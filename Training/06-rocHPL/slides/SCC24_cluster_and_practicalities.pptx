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sldIdLst>
    <p:sldId id="306" r:id="rId2"/>
    <p:sldId id="307" r:id="rId3"/>
    <p:sldId id="308" r:id="rId4"/>
    <p:sldId id="300" r:id="rId5"/>
    <p:sldId id="294" r:id="rId6"/>
    <p:sldId id="303" r:id="rId7"/>
    <p:sldId id="304" r:id="rId8"/>
    <p:sldId id="302" r:id="rId9"/>
    <p:sldId id="30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38ACB-7F5E-E316-68CD-D24B4E1A1100}" v="980" dt="2024-07-23T17:07:42.888"/>
    <p1510:client id="{2450BF7D-7862-4515-360A-26E7A51FA2A0}" v="719" dt="2024-07-24T07:15:57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hyperlink" Target="https://www.facebook.com/CSCfi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273796"/>
            <a:ext cx="2929248" cy="29492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77"/>
          <a:stretch/>
        </p:blipFill>
        <p:spPr>
          <a:xfrm>
            <a:off x="2751590" y="1"/>
            <a:ext cx="9440409" cy="23489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0859" y="5169439"/>
            <a:ext cx="7297540" cy="1690759"/>
          </a:xfrm>
          <a:prstGeom prst="rect">
            <a:avLst/>
          </a:prstGeom>
        </p:spPr>
      </p:pic>
      <p:sp>
        <p:nvSpPr>
          <p:cNvPr id="55" name="Rectangle 54"/>
          <p:cNvSpPr/>
          <p:nvPr userDrawn="1"/>
        </p:nvSpPr>
        <p:spPr>
          <a:xfrm>
            <a:off x="-1" y="5169443"/>
            <a:ext cx="2879984" cy="1688556"/>
          </a:xfrm>
          <a:prstGeom prst="rect">
            <a:avLst/>
          </a:prstGeom>
          <a:solidFill>
            <a:srgbClr val="002F5F"/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879985" y="2284497"/>
            <a:ext cx="9312017" cy="2884949"/>
          </a:xfrm>
          <a:prstGeom prst="rect">
            <a:avLst/>
          </a:prstGeom>
          <a:solidFill>
            <a:srgbClr val="D0D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17453" y="2836747"/>
            <a:ext cx="7117956" cy="139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rgbClr val="025C96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17453" y="4298166"/>
            <a:ext cx="7117956" cy="500236"/>
          </a:xfrm>
        </p:spPr>
        <p:txBody>
          <a:bodyPr>
            <a:normAutofit/>
          </a:bodyPr>
          <a:lstStyle>
            <a:lvl1pPr marL="0" indent="0" algn="l">
              <a:buNone/>
              <a:defRPr sz="1420">
                <a:solidFill>
                  <a:srgbClr val="025C96"/>
                </a:solidFill>
                <a:latin typeface="Corbel"/>
                <a:cs typeface="Corbel"/>
              </a:defRPr>
            </a:lvl1pPr>
            <a:lvl2pPr marL="47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2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8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4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80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6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32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8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2" y="1"/>
            <a:ext cx="2879983" cy="2284497"/>
          </a:xfrm>
          <a:prstGeom prst="rect">
            <a:avLst/>
          </a:prstGeom>
          <a:solidFill>
            <a:srgbClr val="025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50" name="Rectangle 49"/>
          <p:cNvSpPr/>
          <p:nvPr userDrawn="1"/>
        </p:nvSpPr>
        <p:spPr>
          <a:xfrm>
            <a:off x="0" y="4690260"/>
            <a:ext cx="451504" cy="479187"/>
          </a:xfrm>
          <a:prstGeom prst="rect">
            <a:avLst/>
          </a:prstGeom>
          <a:solidFill>
            <a:srgbClr val="002F5F">
              <a:alpha val="50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 userDrawn="1"/>
        </p:nvSpPr>
        <p:spPr>
          <a:xfrm>
            <a:off x="9926622" y="5169447"/>
            <a:ext cx="2273845" cy="1688556"/>
          </a:xfrm>
          <a:prstGeom prst="rect">
            <a:avLst/>
          </a:prstGeom>
          <a:solidFill>
            <a:srgbClr val="002F5F"/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 userDrawn="1"/>
        </p:nvSpPr>
        <p:spPr>
          <a:xfrm>
            <a:off x="11722088" y="4669831"/>
            <a:ext cx="475200" cy="506005"/>
          </a:xfrm>
          <a:prstGeom prst="rect">
            <a:avLst/>
          </a:prstGeom>
          <a:solidFill>
            <a:srgbClr val="025C96">
              <a:alpha val="44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11400488" y="5169447"/>
            <a:ext cx="321600" cy="340133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 userDrawn="1"/>
        </p:nvSpPr>
        <p:spPr>
          <a:xfrm rot="10800000">
            <a:off x="2549008" y="5169442"/>
            <a:ext cx="335141" cy="953428"/>
          </a:xfrm>
          <a:prstGeom prst="rect">
            <a:avLst/>
          </a:prstGeom>
          <a:solidFill>
            <a:srgbClr val="025C96">
              <a:alpha val="42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951" y="423113"/>
            <a:ext cx="1402080" cy="1438276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>
            <a:off x="9434011" y="5180148"/>
            <a:ext cx="496195" cy="506005"/>
          </a:xfrm>
          <a:prstGeom prst="rect">
            <a:avLst/>
          </a:prstGeom>
          <a:solidFill>
            <a:srgbClr val="025C96">
              <a:alpha val="44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4519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D02B81-1693-9640-A8E8-185B350C19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33" r="-2137"/>
          <a:stretch/>
        </p:blipFill>
        <p:spPr>
          <a:xfrm>
            <a:off x="2852207" y="5158746"/>
            <a:ext cx="7431581" cy="1699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952D11-FA34-014C-A71D-3C5E338AC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39" b="-1642"/>
          <a:stretch/>
        </p:blipFill>
        <p:spPr>
          <a:xfrm>
            <a:off x="0" y="2258651"/>
            <a:ext cx="2960915" cy="29767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5B3036-A1BC-844B-8119-A5C07FD59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852257" y="1523"/>
            <a:ext cx="9339745" cy="2293676"/>
          </a:xfrm>
          <a:prstGeom prst="rect">
            <a:avLst/>
          </a:prstGeom>
        </p:spPr>
      </p:pic>
      <p:sp>
        <p:nvSpPr>
          <p:cNvPr id="55" name="Rectangle 54"/>
          <p:cNvSpPr/>
          <p:nvPr userDrawn="1"/>
        </p:nvSpPr>
        <p:spPr>
          <a:xfrm>
            <a:off x="-1" y="5169443"/>
            <a:ext cx="2879984" cy="1688556"/>
          </a:xfrm>
          <a:prstGeom prst="rect">
            <a:avLst/>
          </a:prstGeom>
          <a:solidFill>
            <a:srgbClr val="002F5F"/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879985" y="2284497"/>
            <a:ext cx="9312017" cy="2884949"/>
          </a:xfrm>
          <a:prstGeom prst="rect">
            <a:avLst/>
          </a:prstGeom>
          <a:solidFill>
            <a:srgbClr val="D0D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17453" y="2836747"/>
            <a:ext cx="7117956" cy="139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rgbClr val="025C96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17453" y="4298166"/>
            <a:ext cx="7117956" cy="500236"/>
          </a:xfrm>
        </p:spPr>
        <p:txBody>
          <a:bodyPr>
            <a:normAutofit/>
          </a:bodyPr>
          <a:lstStyle>
            <a:lvl1pPr marL="0" indent="0" algn="l">
              <a:buNone/>
              <a:defRPr sz="1420">
                <a:solidFill>
                  <a:srgbClr val="025C96"/>
                </a:solidFill>
                <a:latin typeface="Corbel"/>
                <a:cs typeface="Corbel"/>
              </a:defRPr>
            </a:lvl1pPr>
            <a:lvl2pPr marL="47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2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8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4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80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6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32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8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2" y="1"/>
            <a:ext cx="2879983" cy="2284497"/>
          </a:xfrm>
          <a:prstGeom prst="rect">
            <a:avLst/>
          </a:prstGeom>
          <a:solidFill>
            <a:srgbClr val="025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50" name="Rectangle 49"/>
          <p:cNvSpPr/>
          <p:nvPr userDrawn="1"/>
        </p:nvSpPr>
        <p:spPr>
          <a:xfrm>
            <a:off x="0" y="4690260"/>
            <a:ext cx="451504" cy="479187"/>
          </a:xfrm>
          <a:prstGeom prst="rect">
            <a:avLst/>
          </a:prstGeom>
          <a:solidFill>
            <a:srgbClr val="002F5F">
              <a:alpha val="50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 userDrawn="1"/>
        </p:nvSpPr>
        <p:spPr>
          <a:xfrm>
            <a:off x="9926622" y="5169447"/>
            <a:ext cx="2273845" cy="1688556"/>
          </a:xfrm>
          <a:prstGeom prst="rect">
            <a:avLst/>
          </a:prstGeom>
          <a:solidFill>
            <a:srgbClr val="002F5F"/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 userDrawn="1"/>
        </p:nvSpPr>
        <p:spPr>
          <a:xfrm>
            <a:off x="11722088" y="4669831"/>
            <a:ext cx="475200" cy="506005"/>
          </a:xfrm>
          <a:prstGeom prst="rect">
            <a:avLst/>
          </a:prstGeom>
          <a:solidFill>
            <a:srgbClr val="025C96">
              <a:alpha val="44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11400488" y="5169447"/>
            <a:ext cx="321600" cy="340133"/>
          </a:xfrm>
          <a:prstGeom prst="rect">
            <a:avLst/>
          </a:prstGeom>
          <a:solidFill>
            <a:srgbClr val="92D050">
              <a:alpha val="80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 userDrawn="1"/>
        </p:nvSpPr>
        <p:spPr>
          <a:xfrm rot="10800000">
            <a:off x="2549008" y="5169442"/>
            <a:ext cx="335141" cy="953428"/>
          </a:xfrm>
          <a:prstGeom prst="rect">
            <a:avLst/>
          </a:prstGeom>
          <a:solidFill>
            <a:srgbClr val="025C96">
              <a:alpha val="42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951" y="423113"/>
            <a:ext cx="1402080" cy="1438276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>
            <a:off x="9427660" y="5180148"/>
            <a:ext cx="496195" cy="506005"/>
          </a:xfrm>
          <a:prstGeom prst="rect">
            <a:avLst/>
          </a:prstGeom>
          <a:solidFill>
            <a:srgbClr val="025C96">
              <a:alpha val="44000"/>
            </a:srgbClr>
          </a:solidFill>
          <a:ln>
            <a:noFill/>
            <a:prstDash val="sys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ot="0" spcFirstLastPara="0" vertOverflow="overflow" horzOverflow="overflow" vert="horz" wrap="square" lIns="129899" tIns="64949" rIns="129899" bIns="64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738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  <a:lvl5pPr>
              <a:defRPr>
                <a:solidFill>
                  <a:srgbClr val="000000"/>
                </a:solidFill>
                <a:latin typeface="Corbel"/>
                <a:cs typeface="Corbe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975A3-2E4D-4F46-A85A-D5B418994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4208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5" descr="pohja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06438" y="-69807"/>
            <a:ext cx="12298439" cy="676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  <a:lvl5pPr>
              <a:defRPr>
                <a:latin typeface="Corbel"/>
                <a:cs typeface="Corbe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2BF65-B844-A84A-93B0-7324BF97B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3997" y="149529"/>
            <a:ext cx="1128004" cy="76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7995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5" descr="pohja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9675" y="-32886"/>
            <a:ext cx="12201676" cy="6709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  <a:lvl5pPr>
              <a:defRPr>
                <a:latin typeface="Corbel"/>
                <a:cs typeface="Corbe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8D4AF-0665-7B44-B9A5-492E7E49DE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3997" y="149529"/>
            <a:ext cx="1128004" cy="76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450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_Pictur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68705" y="10"/>
            <a:ext cx="4123303" cy="6693881"/>
          </a:xfrm>
        </p:spPr>
        <p:txBody>
          <a:bodyPr rtlCol="0">
            <a:normAutofit/>
          </a:bodyPr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9" y="1600212"/>
            <a:ext cx="6911623" cy="4525963"/>
          </a:xfrm>
        </p:spPr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09605" y="274637"/>
            <a:ext cx="691162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3086102" y="6377647"/>
            <a:ext cx="4982633" cy="3157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3D0D6-6900-F14F-BBC6-775F449734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4244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Pictur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5" y="1600212"/>
            <a:ext cx="3143956" cy="4525963"/>
          </a:xfrm>
        </p:spPr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09611" y="274637"/>
            <a:ext cx="10328079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158921" y="1601182"/>
            <a:ext cx="3361415" cy="2128644"/>
          </a:xfrm>
        </p:spPr>
        <p:txBody>
          <a:bodyPr rtlCol="0">
            <a:normAutofit/>
          </a:bodyPr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47997" y="1600203"/>
            <a:ext cx="3189695" cy="2128644"/>
          </a:xfrm>
        </p:spPr>
        <p:txBody>
          <a:bodyPr rtlCol="0">
            <a:normAutofit/>
          </a:bodyPr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158921" y="3998499"/>
            <a:ext cx="3361415" cy="2128644"/>
          </a:xfrm>
        </p:spPr>
        <p:txBody>
          <a:bodyPr rtlCol="0">
            <a:normAutofit/>
          </a:bodyPr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47997" y="3997522"/>
            <a:ext cx="3189695" cy="2128644"/>
          </a:xfrm>
        </p:spPr>
        <p:txBody>
          <a:bodyPr rtlCol="0">
            <a:normAutofit/>
          </a:bodyPr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1EFB-31E0-D040-8131-3FD1561EF5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966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339113" y="1598137"/>
            <a:ext cx="4598577" cy="4525963"/>
          </a:xfrm>
        </p:spPr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9605" y="1600213"/>
            <a:ext cx="5260620" cy="4523889"/>
          </a:xfrm>
        </p:spPr>
        <p:txBody>
          <a:bodyPr rtlCol="0">
            <a:normAutofit/>
          </a:bodyPr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4168B-EB49-1542-A171-4DCE018223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9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9" y="1600212"/>
            <a:ext cx="5091289" cy="4525963"/>
          </a:xfrm>
        </p:spPr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71725" y="1600212"/>
            <a:ext cx="4815788" cy="4525963"/>
          </a:xfrm>
        </p:spPr>
        <p:txBody>
          <a:bodyPr/>
          <a:lstStyle>
            <a:lvl2pPr marL="547341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3974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087" marR="0" indent="-183694" algn="l" defTabSz="4761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2602D-C93A-8141-9238-06DF5CA742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4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131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7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67"/>
            </a:lvl1pPr>
            <a:lvl2pPr marL="476112" indent="0">
              <a:buNone/>
              <a:defRPr sz="2983"/>
            </a:lvl2pPr>
            <a:lvl3pPr marL="952226" indent="0">
              <a:buNone/>
              <a:defRPr sz="2557"/>
            </a:lvl3pPr>
            <a:lvl4pPr marL="1428334" indent="0">
              <a:buNone/>
              <a:defRPr sz="2131"/>
            </a:lvl4pPr>
            <a:lvl5pPr marL="1904447" indent="0">
              <a:buNone/>
              <a:defRPr sz="2131"/>
            </a:lvl5pPr>
            <a:lvl6pPr marL="2380558" indent="0">
              <a:buNone/>
              <a:defRPr sz="2131"/>
            </a:lvl6pPr>
            <a:lvl7pPr marL="2856669" indent="0">
              <a:buNone/>
              <a:defRPr sz="2131"/>
            </a:lvl7pPr>
            <a:lvl8pPr marL="3332782" indent="0">
              <a:buNone/>
              <a:defRPr sz="2131"/>
            </a:lvl8pPr>
            <a:lvl9pPr marL="3808893" indent="0">
              <a:buNone/>
              <a:defRPr sz="2131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>
            <a:normAutofit/>
          </a:bodyPr>
          <a:lstStyle>
            <a:lvl1pPr marL="0" indent="0">
              <a:buNone/>
              <a:defRPr sz="1279"/>
            </a:lvl1pPr>
            <a:lvl2pPr marL="476112" indent="0">
              <a:buNone/>
              <a:defRPr sz="1279"/>
            </a:lvl2pPr>
            <a:lvl3pPr marL="952226" indent="0">
              <a:buNone/>
              <a:defRPr sz="995"/>
            </a:lvl3pPr>
            <a:lvl4pPr marL="1428334" indent="0">
              <a:buNone/>
              <a:defRPr sz="995"/>
            </a:lvl4pPr>
            <a:lvl5pPr marL="1904447" indent="0">
              <a:buNone/>
              <a:defRPr sz="995"/>
            </a:lvl5pPr>
            <a:lvl6pPr marL="2380558" indent="0">
              <a:buNone/>
              <a:defRPr sz="995"/>
            </a:lvl6pPr>
            <a:lvl7pPr marL="2856669" indent="0">
              <a:buNone/>
              <a:defRPr sz="995"/>
            </a:lvl7pPr>
            <a:lvl8pPr marL="3332782" indent="0">
              <a:buNone/>
              <a:defRPr sz="995"/>
            </a:lvl8pPr>
            <a:lvl9pPr marL="3808893" indent="0">
              <a:buNone/>
              <a:defRPr sz="99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CE774-9944-0D4C-AF7F-2733F9DE4C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9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3"/>
            <a:ext cx="12192000" cy="6692824"/>
          </a:xfrm>
        </p:spPr>
        <p:txBody>
          <a:bodyPr rtlCol="0">
            <a:normAutofit/>
          </a:bodyPr>
          <a:lstStyle>
            <a:lvl1pPr marL="0" indent="0">
              <a:buNone/>
              <a:defRPr sz="3267"/>
            </a:lvl1pPr>
            <a:lvl2pPr marL="476112" indent="0">
              <a:buNone/>
              <a:defRPr sz="2983"/>
            </a:lvl2pPr>
            <a:lvl3pPr marL="952226" indent="0">
              <a:buNone/>
              <a:defRPr sz="2557"/>
            </a:lvl3pPr>
            <a:lvl4pPr marL="1428334" indent="0">
              <a:buNone/>
              <a:defRPr sz="2131"/>
            </a:lvl4pPr>
            <a:lvl5pPr marL="1904447" indent="0">
              <a:buNone/>
              <a:defRPr sz="2131"/>
            </a:lvl5pPr>
            <a:lvl6pPr marL="2380558" indent="0">
              <a:buNone/>
              <a:defRPr sz="2131"/>
            </a:lvl6pPr>
            <a:lvl7pPr marL="2856669" indent="0">
              <a:buNone/>
              <a:defRPr sz="2131"/>
            </a:lvl7pPr>
            <a:lvl8pPr marL="3332782" indent="0">
              <a:buNone/>
              <a:defRPr sz="2131"/>
            </a:lvl8pPr>
            <a:lvl9pPr marL="3808893" indent="0">
              <a:buNone/>
              <a:defRPr sz="2131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A7158-70CB-DA43-BE72-927191FCEB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5369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Välisiv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69337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7685317" y="7480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8131630" y="7596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7249887" y="7991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4DC521-9F73-5943-9B46-95C0119DF5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8" y="2270401"/>
            <a:ext cx="12188124" cy="441974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65ADC5-5746-3A4B-AC69-905FEBCEC81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04855" y="4430967"/>
            <a:ext cx="3092451" cy="105995"/>
            <a:chOff x="8913156" y="2232185"/>
            <a:chExt cx="3272924" cy="5682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40C85D0-614E-7747-9D96-E579CA504889}"/>
                </a:ext>
              </a:extLst>
            </p:cNvPr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004BB-3140-AE4D-9C4D-396C4088AEE0}"/>
                </a:ext>
              </a:extLst>
            </p:cNvPr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43BC12-2005-B447-A11B-0D3E03B80B4A}"/>
                </a:ext>
              </a:extLst>
            </p:cNvPr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9568BF-EA85-3044-A265-B97CC4DADE1F}"/>
                </a:ext>
              </a:extLst>
            </p:cNvPr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887494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Välisiv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69337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7685317" y="7480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8131630" y="7596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7249887" y="7991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C0BBC2-DFFB-9D48-B6C4-15C9E21FE0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70200"/>
            <a:ext cx="12192000" cy="442395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C98CBD-B8A5-ED44-A9D8-E34544BAB01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04855" y="4430967"/>
            <a:ext cx="3092451" cy="105995"/>
            <a:chOff x="8913156" y="2232185"/>
            <a:chExt cx="3272924" cy="5682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3967E2-4818-A54C-B719-57B1EDAF4A4F}"/>
                </a:ext>
              </a:extLst>
            </p:cNvPr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6648105-A4F5-EE48-837B-43E22A3FF20F}"/>
                </a:ext>
              </a:extLst>
            </p:cNvPr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2119DB-9FD7-CC40-941E-FD3303FC9C24}"/>
                </a:ext>
              </a:extLst>
            </p:cNvPr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F41668-F232-ED4A-82BD-D01E2C738858}"/>
                </a:ext>
              </a:extLst>
            </p:cNvPr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993426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Välisiv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693371"/>
          </a:xfrm>
          <a:prstGeom prst="rect">
            <a:avLst/>
          </a:prstGeom>
          <a:solidFill>
            <a:srgbClr val="EA1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7685317" y="7480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8131630" y="7596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7249887" y="7991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FC866D9-826A-6646-9C0D-7F3466C220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9" y="2269417"/>
            <a:ext cx="12192000" cy="442395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C0446F-198D-2D4D-918B-60E87D3FB60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04855" y="4437317"/>
            <a:ext cx="3092451" cy="105995"/>
            <a:chOff x="8913156" y="2232185"/>
            <a:chExt cx="3272924" cy="568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977B5BB-392A-544C-93EF-E3039163841B}"/>
                </a:ext>
              </a:extLst>
            </p:cNvPr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7E2677B-EB86-9445-9F9F-D1BDA04CD4C8}"/>
                </a:ext>
              </a:extLst>
            </p:cNvPr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2A7CB48-B6D6-3F4B-A4AF-3222CCDAC0F1}"/>
                </a:ext>
              </a:extLst>
            </p:cNvPr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B2B336-22CB-1943-8923-F72B5393322C}"/>
                </a:ext>
              </a:extLst>
            </p:cNvPr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63327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Välisiv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69337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7685317" y="7480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8131630" y="7596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7249887" y="7991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F6546C-B280-1A44-86E0-F1279F6A16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270401"/>
            <a:ext cx="12191997" cy="442395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498E44-6F3A-984D-AA36-198DCADFF9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04855" y="4430967"/>
            <a:ext cx="3092451" cy="105995"/>
            <a:chOff x="8913156" y="2232185"/>
            <a:chExt cx="3272924" cy="568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A27877F-D16E-374F-87A9-019435558148}"/>
                </a:ext>
              </a:extLst>
            </p:cNvPr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B96CC68-2FE7-9244-A02F-201432C0621D}"/>
                </a:ext>
              </a:extLst>
            </p:cNvPr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94C1AE3-9E71-7746-A609-381CA493277C}"/>
                </a:ext>
              </a:extLst>
            </p:cNvPr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2C969F-586D-1543-ABFD-E1DBE70880A4}"/>
                </a:ext>
              </a:extLst>
            </p:cNvPr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799762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Välisiv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693371"/>
          </a:xfrm>
          <a:prstGeom prst="rect">
            <a:avLst/>
          </a:prstGeom>
          <a:solidFill>
            <a:srgbClr val="00B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7685317" y="7480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8131630" y="7596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7249887" y="7991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0A7A5E-BA79-C849-819A-EB2C6F60F2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70401"/>
            <a:ext cx="12192000" cy="442395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7E95C7-17DD-574A-BADF-7356E50188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04855" y="4440799"/>
            <a:ext cx="3092451" cy="105995"/>
            <a:chOff x="8913156" y="2232185"/>
            <a:chExt cx="3272924" cy="568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CB70B68-ECE4-5145-9430-6C1766700B4F}"/>
                </a:ext>
              </a:extLst>
            </p:cNvPr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937EC66-0351-F04B-ACB9-87BD5C80DD3B}"/>
                </a:ext>
              </a:extLst>
            </p:cNvPr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F82119-92FF-9249-A35E-C72C0103BFBF}"/>
                </a:ext>
              </a:extLst>
            </p:cNvPr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9454E19-6A49-044A-80AA-CF0F045530EC}"/>
                </a:ext>
              </a:extLst>
            </p:cNvPr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74937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Välisiv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693371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7685317" y="7480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8131630" y="7596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7249887" y="7991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A2568-7CD4-734F-9F51-4D992494C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44" y="2269417"/>
            <a:ext cx="12192000" cy="442395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278497-50A6-0340-BC72-19BB574D467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04855" y="4430967"/>
            <a:ext cx="3092451" cy="105995"/>
            <a:chOff x="8913156" y="2232185"/>
            <a:chExt cx="3272924" cy="568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D50F49D-72B5-3844-9315-FA34B98540A5}"/>
                </a:ext>
              </a:extLst>
            </p:cNvPr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A48B83-3EA5-7D42-9331-37C0A1ADEFE1}"/>
                </a:ext>
              </a:extLst>
            </p:cNvPr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5E45D1B-0969-E749-AC5E-D2030631B511}"/>
                </a:ext>
              </a:extLst>
            </p:cNvPr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1D32F43-F71F-BD4F-9AD2-129A57321656}"/>
                </a:ext>
              </a:extLst>
            </p:cNvPr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179215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Välisiv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693371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7685317" y="7480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8131630" y="75967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7249887" y="7991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383EE-675C-694D-883B-7B08A6B9F7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51" y="2272400"/>
            <a:ext cx="12192000" cy="441974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9EF8BDD-15D7-6047-859A-58A06E7BDF0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04855" y="4437317"/>
            <a:ext cx="3092451" cy="105995"/>
            <a:chOff x="8913156" y="2232185"/>
            <a:chExt cx="3272924" cy="568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3362D4-3EEA-3849-9E50-F3A96D979A4D}"/>
                </a:ext>
              </a:extLst>
            </p:cNvPr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5C50E70-016F-6840-B611-2FF7EFC817C9}"/>
                </a:ext>
              </a:extLst>
            </p:cNvPr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B065D9A-33AF-E94F-80A9-40EF4D0A8879}"/>
                </a:ext>
              </a:extLst>
            </p:cNvPr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1DBDE35-0793-FD48-8489-5EEC89CA9B6E}"/>
                </a:ext>
              </a:extLst>
            </p:cNvPr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44630062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Välisivu_1_omat kuv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229126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12" name="Group 29"/>
          <p:cNvGrpSpPr>
            <a:grpSpLocks/>
          </p:cNvGrpSpPr>
          <p:nvPr/>
        </p:nvGrpSpPr>
        <p:grpSpPr bwMode="auto">
          <a:xfrm>
            <a:off x="9110133" y="4438193"/>
            <a:ext cx="3092451" cy="105995"/>
            <a:chOff x="8913156" y="2232185"/>
            <a:chExt cx="3272924" cy="56821"/>
          </a:xfrm>
        </p:grpSpPr>
        <p:sp>
          <p:nvSpPr>
            <p:cNvPr id="13" name="Rectangle 12"/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0" y="0"/>
            <a:ext cx="12192000" cy="229126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grpSp>
        <p:nvGrpSpPr>
          <p:cNvPr id="23" name="Group 38"/>
          <p:cNvGrpSpPr>
            <a:grpSpLocks/>
          </p:cNvGrpSpPr>
          <p:nvPr/>
        </p:nvGrpSpPr>
        <p:grpSpPr bwMode="auto">
          <a:xfrm>
            <a:off x="9110133" y="4438193"/>
            <a:ext cx="3092451" cy="105995"/>
            <a:chOff x="8913156" y="2232185"/>
            <a:chExt cx="3272924" cy="56821"/>
          </a:xfrm>
        </p:grpSpPr>
        <p:sp>
          <p:nvSpPr>
            <p:cNvPr id="24" name="Rectangle 23"/>
            <p:cNvSpPr/>
            <p:nvPr/>
          </p:nvSpPr>
          <p:spPr>
            <a:xfrm>
              <a:off x="9726347" y="2232185"/>
              <a:ext cx="824391" cy="56821"/>
            </a:xfrm>
            <a:prstGeom prst="rect">
              <a:avLst/>
            </a:prstGeom>
            <a:solidFill>
              <a:srgbClr val="E217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913156" y="2232185"/>
              <a:ext cx="819911" cy="56821"/>
            </a:xfrm>
            <a:prstGeom prst="rect">
              <a:avLst/>
            </a:prstGeom>
            <a:solidFill>
              <a:srgbClr val="00C7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1361689" y="2232185"/>
              <a:ext cx="824391" cy="56821"/>
            </a:xfrm>
            <a:prstGeom prst="rect">
              <a:avLst/>
            </a:prstGeom>
            <a:solidFill>
              <a:srgbClr val="82BF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544017" y="2232185"/>
              <a:ext cx="819911" cy="568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4918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Corbel"/>
              </a:endParaRPr>
            </a:p>
          </p:txBody>
        </p:sp>
      </p:grp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9" y="2289184"/>
            <a:ext cx="6076951" cy="4405313"/>
          </a:xfrm>
        </p:spPr>
        <p:txBody>
          <a:bodyPr/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76948" y="2288570"/>
            <a:ext cx="3033269" cy="4413153"/>
          </a:xfrm>
        </p:spPr>
        <p:txBody>
          <a:bodyPr/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9110226" y="2288578"/>
            <a:ext cx="3081783" cy="2210497"/>
          </a:xfrm>
        </p:spPr>
        <p:txBody>
          <a:bodyPr/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5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110226" y="4544794"/>
            <a:ext cx="3081783" cy="2149097"/>
          </a:xfrm>
        </p:spPr>
        <p:txBody>
          <a:bodyPr/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041" y="369067"/>
            <a:ext cx="8438291" cy="1471960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3267" baseline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1547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kakan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723035" y="1"/>
            <a:ext cx="1468967" cy="10734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41" tIns="47621" rIns="95241" bIns="47621" anchor="ctr"/>
          <a:lstStyle/>
          <a:p>
            <a:pPr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6" name="TextBox 26"/>
          <p:cNvSpPr txBox="1">
            <a:spLocks noChangeArrowheads="1"/>
          </p:cNvSpPr>
          <p:nvPr/>
        </p:nvSpPr>
        <p:spPr bwMode="auto">
          <a:xfrm>
            <a:off x="7446436" y="3667294"/>
            <a:ext cx="2925233" cy="30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241" tIns="47621" rIns="95241" bIns="47621">
            <a:spAutoFit/>
          </a:bodyPr>
          <a:lstStyle>
            <a:lvl1pPr>
              <a:defRPr>
                <a:solidFill>
                  <a:schemeClr val="tx1"/>
                </a:solidFill>
                <a:latin typeface="Candar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  <a:spcBef>
                <a:spcPts val="1243"/>
              </a:spcBef>
              <a:buFont typeface="Arial" charset="0"/>
              <a:buNone/>
              <a:defRPr/>
            </a:pPr>
            <a:r>
              <a:rPr lang="en-US" sz="1279" err="1">
                <a:solidFill>
                  <a:srgbClr val="5E6A71"/>
                </a:solidFill>
                <a:latin typeface="Corbel" charset="0"/>
                <a:cs typeface="Corbel" charset="0"/>
              </a:rPr>
              <a:t>facebook.com</a:t>
            </a:r>
            <a:r>
              <a:rPr lang="en-US" sz="1279">
                <a:solidFill>
                  <a:srgbClr val="5E6A71"/>
                </a:solidFill>
                <a:latin typeface="Corbel" charset="0"/>
                <a:cs typeface="Corbel" charset="0"/>
              </a:rPr>
              <a:t>/</a:t>
            </a:r>
            <a:r>
              <a:rPr lang="en-US" sz="1279" err="1">
                <a:solidFill>
                  <a:srgbClr val="5E6A71"/>
                </a:solidFill>
                <a:latin typeface="Corbel" charset="0"/>
                <a:cs typeface="Corbel" charset="0"/>
              </a:rPr>
              <a:t>CSCfi</a:t>
            </a:r>
            <a:endParaRPr lang="en-US" sz="1279">
              <a:solidFill>
                <a:srgbClr val="5E6A71"/>
              </a:solidFill>
            </a:endParaRPr>
          </a:p>
        </p:txBody>
      </p:sp>
      <p:sp>
        <p:nvSpPr>
          <p:cNvPr id="26" name="TextBox 46"/>
          <p:cNvSpPr txBox="1">
            <a:spLocks noChangeArrowheads="1"/>
          </p:cNvSpPr>
          <p:nvPr/>
        </p:nvSpPr>
        <p:spPr bwMode="auto">
          <a:xfrm>
            <a:off x="7446433" y="4246874"/>
            <a:ext cx="2133600" cy="30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241" tIns="47621" rIns="95241" bIns="47621">
            <a:spAutoFit/>
          </a:bodyPr>
          <a:lstStyle>
            <a:lvl1pPr>
              <a:defRPr>
                <a:solidFill>
                  <a:schemeClr val="tx1"/>
                </a:solidFill>
                <a:latin typeface="Candar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  <a:spcBef>
                <a:spcPts val="1243"/>
              </a:spcBef>
              <a:buFont typeface="Arial" charset="0"/>
              <a:buNone/>
              <a:defRPr/>
            </a:pPr>
            <a:r>
              <a:rPr lang="en-US" sz="1279">
                <a:solidFill>
                  <a:srgbClr val="5E6A71"/>
                </a:solidFill>
              </a:rPr>
              <a:t>twitter.com/CSCfi</a:t>
            </a:r>
            <a:endParaRPr lang="en-US" sz="1279">
              <a:solidFill>
                <a:srgbClr val="5E6A71"/>
              </a:solidFill>
              <a:hlinkClick r:id="rId2"/>
            </a:endParaRPr>
          </a:p>
        </p:txBody>
      </p:sp>
      <p:sp>
        <p:nvSpPr>
          <p:cNvPr id="28" name="TextBox 48"/>
          <p:cNvSpPr txBox="1">
            <a:spLocks noChangeArrowheads="1"/>
          </p:cNvSpPr>
          <p:nvPr/>
        </p:nvSpPr>
        <p:spPr bwMode="auto">
          <a:xfrm>
            <a:off x="7446433" y="4869401"/>
            <a:ext cx="4607984" cy="30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241" tIns="47621" rIns="95241" bIns="47621">
            <a:spAutoFit/>
          </a:bodyPr>
          <a:lstStyle>
            <a:lvl1pPr>
              <a:defRPr>
                <a:solidFill>
                  <a:schemeClr val="tx1"/>
                </a:solidFill>
                <a:latin typeface="Candar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  <a:spcBef>
                <a:spcPts val="1243"/>
              </a:spcBef>
              <a:buFont typeface="Arial" charset="0"/>
              <a:buNone/>
              <a:defRPr/>
            </a:pPr>
            <a:r>
              <a:rPr lang="en-US" sz="1279">
                <a:solidFill>
                  <a:srgbClr val="5E6A71"/>
                </a:solidFill>
              </a:rPr>
              <a:t>linkedin.com/company/csc---it-center-for-science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6096000" y="3373748"/>
            <a:ext cx="0" cy="2690429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54"/>
          <p:cNvSpPr>
            <a:spLocks noChangeArrowheads="1"/>
          </p:cNvSpPr>
          <p:nvPr/>
        </p:nvSpPr>
        <p:spPr bwMode="auto">
          <a:xfrm>
            <a:off x="-6350" y="6659545"/>
            <a:ext cx="2348382" cy="227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41" tIns="47621" rIns="95241" bIns="47621">
            <a:spAutoFit/>
          </a:bodyPr>
          <a:lstStyle/>
          <a:p>
            <a:r>
              <a:rPr lang="fi-FI" sz="852">
                <a:solidFill>
                  <a:srgbClr val="FFFFFF"/>
                </a:solidFill>
              </a:rPr>
              <a:t>Kuvat </a:t>
            </a:r>
            <a:r>
              <a:rPr lang="fi-FI" sz="852" err="1">
                <a:solidFill>
                  <a:srgbClr val="FFFFFF"/>
                </a:solidFill>
              </a:rPr>
              <a:t>CSC:n</a:t>
            </a:r>
            <a:r>
              <a:rPr lang="fi-FI" sz="852">
                <a:solidFill>
                  <a:srgbClr val="FFFFFF"/>
                </a:solidFill>
              </a:rPr>
              <a:t> arkisto, Adobe </a:t>
            </a:r>
            <a:r>
              <a:rPr lang="fi-FI" sz="852" err="1">
                <a:solidFill>
                  <a:srgbClr val="FFFFFF"/>
                </a:solidFill>
              </a:rPr>
              <a:t>Stock</a:t>
            </a:r>
            <a:r>
              <a:rPr lang="fi-FI" sz="852">
                <a:solidFill>
                  <a:srgbClr val="FFFFFF"/>
                </a:solidFill>
              </a:rPr>
              <a:t> ja </a:t>
            </a:r>
            <a:r>
              <a:rPr lang="fi-FI" sz="852" err="1">
                <a:solidFill>
                  <a:srgbClr val="FFFFFF"/>
                </a:solidFill>
              </a:rPr>
              <a:t>Thinkstock</a:t>
            </a:r>
            <a:endParaRPr lang="fi-FI" sz="852">
              <a:solidFill>
                <a:srgbClr val="FFFFFF"/>
              </a:solidFill>
            </a:endParaRPr>
          </a:p>
        </p:txBody>
      </p:sp>
      <p:sp>
        <p:nvSpPr>
          <p:cNvPr id="36" name="TextBox 56"/>
          <p:cNvSpPr txBox="1">
            <a:spLocks noChangeArrowheads="1"/>
          </p:cNvSpPr>
          <p:nvPr/>
        </p:nvSpPr>
        <p:spPr bwMode="auto">
          <a:xfrm>
            <a:off x="7446433" y="5452509"/>
            <a:ext cx="4607984" cy="30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241" tIns="47621" rIns="95241" bIns="47621">
            <a:spAutoFit/>
          </a:bodyPr>
          <a:lstStyle>
            <a:lvl1pPr>
              <a:defRPr>
                <a:solidFill>
                  <a:schemeClr val="tx1"/>
                </a:solidFill>
                <a:latin typeface="Candar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ndar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  <a:spcBef>
                <a:spcPts val="1243"/>
              </a:spcBef>
              <a:buFont typeface="Arial" charset="0"/>
              <a:buNone/>
              <a:defRPr/>
            </a:pPr>
            <a:r>
              <a:rPr lang="en-US" sz="1279">
                <a:solidFill>
                  <a:srgbClr val="5E6A71"/>
                </a:solidFill>
              </a:rPr>
              <a:t>github.com/CSCfi</a:t>
            </a:r>
          </a:p>
        </p:txBody>
      </p:sp>
      <p:sp>
        <p:nvSpPr>
          <p:cNvPr id="53" name="Text Placeholder 52"/>
          <p:cNvSpPr>
            <a:spLocks noGrp="1"/>
          </p:cNvSpPr>
          <p:nvPr>
            <p:ph type="body" sz="quarter" idx="10"/>
          </p:nvPr>
        </p:nvSpPr>
        <p:spPr>
          <a:xfrm>
            <a:off x="3072909" y="3372680"/>
            <a:ext cx="2618188" cy="385063"/>
          </a:xfrm>
        </p:spPr>
        <p:txBody>
          <a:bodyPr lIns="0"/>
          <a:lstStyle>
            <a:lvl1pPr marL="0" indent="0">
              <a:buNone/>
              <a:defRPr sz="1420" b="1">
                <a:solidFill>
                  <a:schemeClr val="tx1"/>
                </a:solidFill>
              </a:defRPr>
            </a:lvl1pPr>
            <a:lvl2pPr marL="362103" indent="0">
              <a:buFont typeface="Arial"/>
              <a:buNone/>
              <a:defRPr sz="1279"/>
            </a:lvl2pPr>
            <a:lvl3pPr marL="1190476" indent="0">
              <a:buFont typeface="Arial"/>
              <a:buNone/>
              <a:defRPr sz="1279"/>
            </a:lvl3pPr>
            <a:lvl4pPr marL="1539350" indent="0">
              <a:buNone/>
              <a:defRPr sz="1279"/>
            </a:lvl4pPr>
            <a:lvl5pPr marL="2015540" indent="0">
              <a:buNone/>
              <a:defRPr sz="1279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5" name="Picture Placeholder 54"/>
          <p:cNvSpPr>
            <a:spLocks noGrp="1"/>
          </p:cNvSpPr>
          <p:nvPr>
            <p:ph type="pic" sz="quarter" idx="11"/>
          </p:nvPr>
        </p:nvSpPr>
        <p:spPr>
          <a:xfrm>
            <a:off x="1102653" y="3463738"/>
            <a:ext cx="1657609" cy="1655807"/>
          </a:xfrm>
          <a:prstGeom prst="ellipse">
            <a:avLst/>
          </a:prstGeom>
        </p:spPr>
        <p:txBody>
          <a:bodyPr/>
          <a:lstStyle>
            <a:lvl1pPr marL="0" indent="0">
              <a:buFont typeface="Arial"/>
              <a:buNone/>
              <a:defRPr sz="1420"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12"/>
          </p:nvPr>
        </p:nvSpPr>
        <p:spPr>
          <a:xfrm>
            <a:off x="3072904" y="3823615"/>
            <a:ext cx="2618189" cy="1717211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279"/>
            </a:lvl1pPr>
            <a:lvl2pPr marL="719245" indent="-357143">
              <a:buFont typeface="Arial"/>
              <a:buChar char="•"/>
              <a:defRPr sz="1420"/>
            </a:lvl2pPr>
            <a:lvl3pPr marL="1488093" indent="-297618">
              <a:buFont typeface="Arial"/>
              <a:buChar char="•"/>
              <a:defRPr sz="1279"/>
            </a:lvl3pPr>
            <a:lvl4pPr>
              <a:defRPr sz="1136"/>
            </a:lvl4pPr>
            <a:lvl5pPr>
              <a:defRPr sz="995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4654" y="309216"/>
            <a:ext cx="3882693" cy="26336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5915" y="3611571"/>
            <a:ext cx="384000" cy="384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993317" y="4190472"/>
            <a:ext cx="384000" cy="38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91436" y="5379353"/>
            <a:ext cx="384000" cy="38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94425" y="4774462"/>
            <a:ext cx="452009" cy="38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73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2" y="1600205"/>
            <a:ext cx="5091289" cy="4525963"/>
          </a:xfrm>
        </p:spPr>
        <p:txBody>
          <a:bodyPr/>
          <a:lstStyle>
            <a:lvl2pPr marL="547566" marR="0" indent="-183773" algn="l" defTabSz="4763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4542" marR="0" indent="-183773" algn="l" defTabSz="4763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848" marR="0" indent="-183773" algn="l" defTabSz="4763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6071722" y="1600205"/>
            <a:ext cx="4815788" cy="4525963"/>
          </a:xfrm>
        </p:spPr>
        <p:txBody>
          <a:bodyPr/>
          <a:lstStyle>
            <a:lvl2pPr marL="547566" marR="0" indent="-183773" algn="l" defTabSz="4763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2pPr>
            <a:lvl3pPr marL="1374542" marR="0" indent="-183773" algn="l" defTabSz="4763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3pPr>
            <a:lvl4pPr marL="1850848" marR="0" indent="-183773" algn="l" defTabSz="4763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277907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57C3-EDE0-4E94-8E03-15F17BEADAEF}" type="datetime1">
              <a:rPr lang="fi-FI" smtClean="0"/>
              <a:t>24.7.2024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2EB33-AE32-4D46-BAA6-3F61AB03C9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5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50327"/>
            <a:ext cx="10322984" cy="114112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033" tIns="33516" rIns="67033" bIns="335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2" y="1601178"/>
            <a:ext cx="8225367" cy="452388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033" tIns="33516" rIns="67033" bIns="33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 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23484" y="6377647"/>
            <a:ext cx="1301749" cy="315725"/>
          </a:xfrm>
          <a:prstGeom prst="rect">
            <a:avLst/>
          </a:prstGeom>
        </p:spPr>
        <p:txBody>
          <a:bodyPr vert="horz" lIns="67033" tIns="33516" rIns="67033" bIns="33516" rtlCol="0" anchor="ctr"/>
          <a:lstStyle>
            <a:lvl1pPr algn="l" defTabSz="649185" fontAlgn="auto">
              <a:spcBef>
                <a:spcPts val="0"/>
              </a:spcBef>
              <a:spcAft>
                <a:spcPts val="0"/>
              </a:spcAft>
              <a:defRPr sz="995">
                <a:solidFill>
                  <a:schemeClr val="accent3">
                    <a:lumMod val="75000"/>
                  </a:schemeClr>
                </a:solidFill>
                <a:latin typeface="Corbel"/>
                <a:ea typeface="+mn-ea"/>
                <a:cs typeface="Corbe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6100" y="6377647"/>
            <a:ext cx="5748867" cy="315725"/>
          </a:xfrm>
          <a:prstGeom prst="rect">
            <a:avLst/>
          </a:prstGeom>
        </p:spPr>
        <p:txBody>
          <a:bodyPr vert="horz" lIns="67033" tIns="33516" rIns="67033" bIns="33516" rtlCol="0" anchor="ctr"/>
          <a:lstStyle>
            <a:lvl1pPr algn="l" defTabSz="649185" fontAlgn="auto">
              <a:spcBef>
                <a:spcPts val="0"/>
              </a:spcBef>
              <a:spcAft>
                <a:spcPts val="0"/>
              </a:spcAft>
              <a:defRPr sz="995">
                <a:solidFill>
                  <a:schemeClr val="accent3">
                    <a:lumMod val="75000"/>
                  </a:schemeClr>
                </a:solidFill>
                <a:latin typeface="Corbel"/>
                <a:ea typeface="+mn-ea"/>
                <a:cs typeface="Corbe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2" y="6377647"/>
            <a:ext cx="861484" cy="315725"/>
          </a:xfrm>
          <a:prstGeom prst="rect">
            <a:avLst/>
          </a:prstGeom>
        </p:spPr>
        <p:txBody>
          <a:bodyPr vert="horz" lIns="67033" tIns="33516" rIns="67033" bIns="33516" rtlCol="0" anchor="ctr"/>
          <a:lstStyle>
            <a:lvl1pPr algn="l" defTabSz="649185" fontAlgn="auto">
              <a:spcBef>
                <a:spcPts val="0"/>
              </a:spcBef>
              <a:spcAft>
                <a:spcPts val="0"/>
              </a:spcAft>
              <a:defRPr sz="995" b="0">
                <a:solidFill>
                  <a:schemeClr val="accent3">
                    <a:lumMod val="75000"/>
                  </a:schemeClr>
                </a:solidFill>
                <a:latin typeface="Corbel"/>
                <a:ea typeface="+mn-ea"/>
                <a:cs typeface="Corbel"/>
              </a:defRPr>
            </a:lvl1pPr>
          </a:lstStyle>
          <a:p>
            <a:pPr>
              <a:defRPr/>
            </a:pPr>
            <a:fld id="{120E91DB-2444-B440-AB36-9AD9C2865F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6076953" y="6693371"/>
            <a:ext cx="6115049" cy="1646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9110133" y="6693371"/>
            <a:ext cx="3081867" cy="164629"/>
          </a:xfrm>
          <a:prstGeom prst="rect">
            <a:avLst/>
          </a:prstGeom>
          <a:solidFill>
            <a:srgbClr val="82B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2" y="6693371"/>
            <a:ext cx="6083300" cy="1646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227" tIns="47612" rIns="95227" bIns="47612" anchor="ctr"/>
          <a:lstStyle/>
          <a:p>
            <a:pPr algn="ctr" defTabSz="649185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orbel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3997" y="149529"/>
            <a:ext cx="1128004" cy="7651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34" r:id="rId2"/>
    <p:sldLayoutId id="2147483890" r:id="rId3"/>
    <p:sldLayoutId id="2147483898" r:id="rId4"/>
    <p:sldLayoutId id="2147483899" r:id="rId5"/>
    <p:sldLayoutId id="214748390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906" r:id="rId12"/>
    <p:sldLayoutId id="2147483927" r:id="rId13"/>
    <p:sldLayoutId id="2147483928" r:id="rId14"/>
    <p:sldLayoutId id="2147483929" r:id="rId15"/>
    <p:sldLayoutId id="2147483931" r:id="rId16"/>
    <p:sldLayoutId id="2147483932" r:id="rId17"/>
    <p:sldLayoutId id="2147483933" r:id="rId18"/>
    <p:sldLayoutId id="2147483914" r:id="rId19"/>
    <p:sldLayoutId id="2147483915" r:id="rId20"/>
    <p:sldLayoutId id="2147483917" r:id="rId21"/>
  </p:sldLayoutIdLst>
  <p:hf hdr="0" ftr="0" dt="0"/>
  <p:txStyles>
    <p:titleStyle>
      <a:lvl1pPr algn="l" defTabSz="475815" rtl="0" eaLnBrk="1" fontAlgn="base" hangingPunct="1">
        <a:spcBef>
          <a:spcPct val="0"/>
        </a:spcBef>
        <a:spcAft>
          <a:spcPct val="0"/>
        </a:spcAft>
        <a:defRPr sz="2983" b="1" kern="1200">
          <a:solidFill>
            <a:schemeClr val="tx1"/>
          </a:solidFill>
          <a:latin typeface="Corbel"/>
          <a:ea typeface="ＭＳ Ｐゴシック" charset="0"/>
          <a:cs typeface="Corbel"/>
        </a:defRPr>
      </a:lvl1pPr>
      <a:lvl2pPr algn="l" defTabSz="475815" rtl="0" eaLnBrk="1" fontAlgn="base" hangingPunct="1">
        <a:spcBef>
          <a:spcPct val="0"/>
        </a:spcBef>
        <a:spcAft>
          <a:spcPct val="0"/>
        </a:spcAft>
        <a:defRPr sz="2983" b="1">
          <a:solidFill>
            <a:schemeClr val="tx1"/>
          </a:solidFill>
          <a:latin typeface="Corbel" charset="0"/>
          <a:ea typeface="ＭＳ Ｐゴシック" charset="0"/>
        </a:defRPr>
      </a:lvl2pPr>
      <a:lvl3pPr algn="l" defTabSz="475815" rtl="0" eaLnBrk="1" fontAlgn="base" hangingPunct="1">
        <a:spcBef>
          <a:spcPct val="0"/>
        </a:spcBef>
        <a:spcAft>
          <a:spcPct val="0"/>
        </a:spcAft>
        <a:defRPr sz="2983" b="1">
          <a:solidFill>
            <a:schemeClr val="tx1"/>
          </a:solidFill>
          <a:latin typeface="Corbel" charset="0"/>
          <a:ea typeface="ＭＳ Ｐゴシック" charset="0"/>
        </a:defRPr>
      </a:lvl3pPr>
      <a:lvl4pPr algn="l" defTabSz="475815" rtl="0" eaLnBrk="1" fontAlgn="base" hangingPunct="1">
        <a:spcBef>
          <a:spcPct val="0"/>
        </a:spcBef>
        <a:spcAft>
          <a:spcPct val="0"/>
        </a:spcAft>
        <a:defRPr sz="2983" b="1">
          <a:solidFill>
            <a:schemeClr val="tx1"/>
          </a:solidFill>
          <a:latin typeface="Corbel" charset="0"/>
          <a:ea typeface="ＭＳ Ｐゴシック" charset="0"/>
        </a:defRPr>
      </a:lvl4pPr>
      <a:lvl5pPr algn="l" defTabSz="475815" rtl="0" eaLnBrk="1" fontAlgn="base" hangingPunct="1">
        <a:spcBef>
          <a:spcPct val="0"/>
        </a:spcBef>
        <a:spcAft>
          <a:spcPct val="0"/>
        </a:spcAft>
        <a:defRPr sz="2983" b="1">
          <a:solidFill>
            <a:schemeClr val="tx1"/>
          </a:solidFill>
          <a:latin typeface="Corbel" charset="0"/>
          <a:ea typeface="ＭＳ Ｐゴシック" charset="0"/>
        </a:defRPr>
      </a:lvl5pPr>
      <a:lvl6pPr marL="476112" algn="l" defTabSz="476112" rtl="0" eaLnBrk="1" fontAlgn="base" hangingPunct="1">
        <a:spcBef>
          <a:spcPct val="0"/>
        </a:spcBef>
        <a:spcAft>
          <a:spcPct val="0"/>
        </a:spcAft>
        <a:defRPr sz="2983" b="1">
          <a:solidFill>
            <a:srgbClr val="094C5F"/>
          </a:solidFill>
          <a:latin typeface="Candara" charset="0"/>
          <a:ea typeface="ＭＳ Ｐゴシック" charset="0"/>
        </a:defRPr>
      </a:lvl6pPr>
      <a:lvl7pPr marL="952226" algn="l" defTabSz="476112" rtl="0" eaLnBrk="1" fontAlgn="base" hangingPunct="1">
        <a:spcBef>
          <a:spcPct val="0"/>
        </a:spcBef>
        <a:spcAft>
          <a:spcPct val="0"/>
        </a:spcAft>
        <a:defRPr sz="2983" b="1">
          <a:solidFill>
            <a:srgbClr val="094C5F"/>
          </a:solidFill>
          <a:latin typeface="Candara" charset="0"/>
          <a:ea typeface="ＭＳ Ｐゴシック" charset="0"/>
        </a:defRPr>
      </a:lvl7pPr>
      <a:lvl8pPr marL="1428334" algn="l" defTabSz="476112" rtl="0" eaLnBrk="1" fontAlgn="base" hangingPunct="1">
        <a:spcBef>
          <a:spcPct val="0"/>
        </a:spcBef>
        <a:spcAft>
          <a:spcPct val="0"/>
        </a:spcAft>
        <a:defRPr sz="2983" b="1">
          <a:solidFill>
            <a:srgbClr val="094C5F"/>
          </a:solidFill>
          <a:latin typeface="Candara" charset="0"/>
          <a:ea typeface="ＭＳ Ｐゴシック" charset="0"/>
        </a:defRPr>
      </a:lvl8pPr>
      <a:lvl9pPr marL="1904447" algn="l" defTabSz="476112" rtl="0" eaLnBrk="1" fontAlgn="base" hangingPunct="1">
        <a:spcBef>
          <a:spcPct val="0"/>
        </a:spcBef>
        <a:spcAft>
          <a:spcPct val="0"/>
        </a:spcAft>
        <a:defRPr sz="2983" b="1">
          <a:solidFill>
            <a:srgbClr val="094C5F"/>
          </a:solidFill>
          <a:latin typeface="Candara" charset="0"/>
          <a:ea typeface="ＭＳ Ｐゴシック" charset="0"/>
        </a:defRPr>
      </a:lvl9pPr>
    </p:titleStyle>
    <p:bodyStyle>
      <a:lvl1pPr marL="202954" indent="-202954" algn="l" defTabSz="475815" rtl="0" eaLnBrk="1" fontAlgn="base" hangingPunct="1">
        <a:lnSpc>
          <a:spcPct val="110000"/>
        </a:lnSpc>
        <a:spcBef>
          <a:spcPts val="1243"/>
        </a:spcBef>
        <a:spcAft>
          <a:spcPct val="0"/>
        </a:spcAft>
        <a:buFont typeface="Arial" charset="0"/>
        <a:buChar char="•"/>
        <a:defRPr kern="1200">
          <a:solidFill>
            <a:srgbClr val="464F55"/>
          </a:solidFill>
          <a:latin typeface="Corbel"/>
          <a:ea typeface="ＭＳ Ｐゴシック" charset="0"/>
          <a:cs typeface="Corbel"/>
        </a:defRPr>
      </a:lvl1pPr>
      <a:lvl2pPr marL="360807" indent="288645" algn="l" defTabSz="475815" rtl="0" eaLnBrk="1" fontAlgn="base" hangingPunct="1">
        <a:spcBef>
          <a:spcPct val="20000"/>
        </a:spcBef>
        <a:spcAft>
          <a:spcPct val="0"/>
        </a:spcAft>
        <a:buFont typeface="Courier New" charset="0"/>
        <a:defRPr sz="2131" kern="1200">
          <a:solidFill>
            <a:srgbClr val="464F55"/>
          </a:solidFill>
          <a:latin typeface="Corbel"/>
          <a:ea typeface="ＭＳ Ｐゴシック" charset="0"/>
          <a:cs typeface="Corbel"/>
        </a:defRPr>
      </a:lvl2pPr>
      <a:lvl3pPr marL="1188406" indent="110497" algn="l" defTabSz="475815" rtl="0" eaLnBrk="1" fontAlgn="base" hangingPunct="1">
        <a:spcBef>
          <a:spcPts val="213"/>
        </a:spcBef>
        <a:spcAft>
          <a:spcPct val="0"/>
        </a:spcAft>
        <a:defRPr sz="1847" kern="1200">
          <a:solidFill>
            <a:srgbClr val="464F55"/>
          </a:solidFill>
          <a:latin typeface="Corbel"/>
          <a:ea typeface="ＭＳ Ｐゴシック" charset="0"/>
          <a:cs typeface="Corbel"/>
        </a:defRPr>
      </a:lvl3pPr>
      <a:lvl4pPr marL="1664220" indent="-126282" algn="l" defTabSz="475815" rtl="0" eaLnBrk="1" fontAlgn="base" hangingPunct="1">
        <a:spcBef>
          <a:spcPct val="20000"/>
        </a:spcBef>
        <a:spcAft>
          <a:spcPct val="0"/>
        </a:spcAft>
        <a:buFont typeface="Wingdings" charset="0"/>
        <a:buChar char="§"/>
        <a:defRPr sz="1704" kern="1200">
          <a:solidFill>
            <a:srgbClr val="464F55"/>
          </a:solidFill>
          <a:latin typeface="Corbel"/>
          <a:ea typeface="ＭＳ Ｐゴシック" charset="0"/>
          <a:cs typeface="Corbel"/>
        </a:defRPr>
      </a:lvl4pPr>
      <a:lvl5pPr marL="2142288" indent="-126282" algn="l" defTabSz="47581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136" kern="1200">
          <a:solidFill>
            <a:schemeClr val="tx1"/>
          </a:solidFill>
          <a:latin typeface="Verdana"/>
          <a:ea typeface="ＭＳ Ｐゴシック" charset="0"/>
          <a:cs typeface="Verdana"/>
        </a:defRPr>
      </a:lvl5pPr>
      <a:lvl6pPr marL="2618613" indent="-238055" algn="l" defTabSz="476112" rtl="0" eaLnBrk="1" latinLnBrk="0" hangingPunct="1">
        <a:spcBef>
          <a:spcPct val="20000"/>
        </a:spcBef>
        <a:buFont typeface="Arial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6pPr>
      <a:lvl7pPr marL="3094725" indent="-238055" algn="l" defTabSz="476112" rtl="0" eaLnBrk="1" latinLnBrk="0" hangingPunct="1">
        <a:spcBef>
          <a:spcPct val="20000"/>
        </a:spcBef>
        <a:buFont typeface="Arial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7pPr>
      <a:lvl8pPr marL="3570837" indent="-238055" algn="l" defTabSz="476112" rtl="0" eaLnBrk="1" latinLnBrk="0" hangingPunct="1">
        <a:spcBef>
          <a:spcPct val="20000"/>
        </a:spcBef>
        <a:buFont typeface="Arial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8pPr>
      <a:lvl9pPr marL="4046947" indent="-238055" algn="l" defTabSz="476112" rtl="0" eaLnBrk="1" latinLnBrk="0" hangingPunct="1">
        <a:spcBef>
          <a:spcPct val="20000"/>
        </a:spcBef>
        <a:buFont typeface="Arial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1pPr>
      <a:lvl2pPr marL="476112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2pPr>
      <a:lvl3pPr marL="952226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3pPr>
      <a:lvl4pPr marL="1428334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4pPr>
      <a:lvl5pPr marL="1904447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5pPr>
      <a:lvl6pPr marL="2380558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6pPr>
      <a:lvl7pPr marL="2856669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7pPr>
      <a:lvl8pPr marL="3332782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8pPr>
      <a:lvl9pPr marL="3808893" algn="l" defTabSz="476112" rtl="0" eaLnBrk="1" latinLnBrk="0" hangingPunct="1">
        <a:defRPr sz="18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3pwISbpSawA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7FAE-2861-CB9D-CE1C-4979DC785D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50" dirty="0">
                <a:ea typeface="ＭＳ Ｐゴシック"/>
              </a:rPr>
              <a:t>SCC'24 Practicalities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0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CE7A-2DE0-85B5-5992-7A5FBF3A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 dirty="0">
                <a:ea typeface="ＭＳ Ｐゴシック"/>
              </a:rPr>
              <a:t>SCC'24 Schedule 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44EC0-C6F7-2C8E-5C40-164617BA4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2565" indent="-202565"/>
            <a:r>
              <a:rPr lang="en-US" sz="2400" dirty="0">
                <a:ea typeface="ＭＳ Ｐゴシック"/>
              </a:rPr>
              <a:t>Deadline for second part in application due on 5th of August</a:t>
            </a:r>
          </a:p>
          <a:p>
            <a:pPr marL="202565" indent="-202565"/>
            <a:r>
              <a:rPr lang="en-US" sz="2400" dirty="0">
                <a:ea typeface="ＭＳ Ｐゴシック"/>
              </a:rPr>
              <a:t>Needed for this:</a:t>
            </a:r>
            <a:endParaRPr lang="en-US" sz="2400" dirty="0"/>
          </a:p>
          <a:p>
            <a:pPr marL="546735" lvl="1" indent="-183515"/>
            <a:r>
              <a:rPr lang="en-US" sz="2000" dirty="0">
                <a:ea typeface="ＭＳ Ｐゴシック"/>
              </a:rPr>
              <a:t>Picture of the team</a:t>
            </a:r>
          </a:p>
          <a:p>
            <a:pPr marL="546735" lvl="1" indent="-183515"/>
            <a:r>
              <a:rPr lang="en-US" sz="2000" dirty="0">
                <a:ea typeface="ＭＳ Ｐゴシック"/>
              </a:rPr>
              <a:t>Short description of the team</a:t>
            </a:r>
            <a:endParaRPr lang="en-US" sz="2000" dirty="0"/>
          </a:p>
          <a:p>
            <a:pPr marL="546735" lvl="1" indent="-183515"/>
            <a:r>
              <a:rPr lang="en-US" sz="2000" dirty="0">
                <a:ea typeface="ＭＳ Ｐゴシック"/>
              </a:rPr>
              <a:t>Team logo</a:t>
            </a:r>
            <a:endParaRPr lang="en-US" sz="2000" dirty="0"/>
          </a:p>
          <a:p>
            <a:pPr marL="546735" lvl="1" indent="-183515"/>
            <a:r>
              <a:rPr lang="en-US" sz="2000" dirty="0">
                <a:ea typeface="ＭＳ Ｐゴシック"/>
              </a:rPr>
              <a:t>Remember to fill in your individual information!</a:t>
            </a:r>
            <a:endParaRPr lang="en-US" sz="2000" dirty="0"/>
          </a:p>
          <a:p>
            <a:pPr marL="202565" indent="-202565">
              <a:buFont typeface="Arial"/>
              <a:buChar char="•"/>
            </a:pPr>
            <a:r>
              <a:rPr lang="en-US" sz="2400" dirty="0">
                <a:ea typeface="ＭＳ Ｐゴシック"/>
              </a:rPr>
              <a:t>Poster due (most likely) a few weeks before the competition</a:t>
            </a:r>
          </a:p>
          <a:p>
            <a:pPr marL="546735" lvl="1" indent="-183515"/>
            <a:r>
              <a:rPr lang="en-US" sz="2000" dirty="0">
                <a:ea typeface="ＭＳ Ｐゴシック"/>
              </a:rPr>
              <a:t>Assigning people responsible for planning and designing this</a:t>
            </a:r>
          </a:p>
          <a:p>
            <a:pPr marL="202565" indent="-202565">
              <a:buFont typeface="Arial,Sans-Serif"/>
              <a:buChar char="•"/>
            </a:pPr>
            <a:r>
              <a:rPr lang="en-US" sz="2400" dirty="0">
                <a:ea typeface="ＭＳ Ｐゴシック"/>
                <a:cs typeface="Arial"/>
              </a:rPr>
              <a:t>You should fill up an ESTA application ASAP when we learn about the hotel accommodation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D68BE-1EC9-6D2D-F760-88EC1C39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8D4AF-0665-7B44-B9A5-492E7E49DE6C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6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CE7A-2DE0-85B5-5992-7A5FBF3A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 dirty="0">
                <a:ea typeface="ＭＳ Ｐゴシック"/>
              </a:rPr>
              <a:t>Other practicalities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44EC0-C6F7-2C8E-5C40-164617BA4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1178"/>
            <a:ext cx="8684521" cy="4523889"/>
          </a:xfrm>
        </p:spPr>
        <p:txBody>
          <a:bodyPr/>
          <a:lstStyle/>
          <a:p>
            <a:pPr marL="202565" indent="-202565"/>
            <a:r>
              <a:rPr lang="en-US" sz="2400" dirty="0">
                <a:ea typeface="ＭＳ Ｐゴシック"/>
              </a:rPr>
              <a:t>Social media?</a:t>
            </a:r>
            <a:endParaRPr lang="en-US" dirty="0"/>
          </a:p>
          <a:p>
            <a:pPr marL="546735" lvl="1" indent="-183515"/>
            <a:r>
              <a:rPr lang="en-US" sz="2000" dirty="0">
                <a:ea typeface="ＭＳ Ｐゴシック"/>
              </a:rPr>
              <a:t>CSC will write a blog post on our site about the team later</a:t>
            </a:r>
          </a:p>
          <a:p>
            <a:pPr marL="202565" indent="-202565"/>
            <a:r>
              <a:rPr lang="en-US" sz="2400" dirty="0">
                <a:ea typeface="ＭＳ Ｐゴシック"/>
              </a:rPr>
              <a:t>Expenses</a:t>
            </a:r>
            <a:endParaRPr lang="en-US" sz="2400" dirty="0"/>
          </a:p>
          <a:p>
            <a:pPr marL="546735" lvl="1" indent="-183515"/>
            <a:r>
              <a:rPr lang="en-US" sz="2000" dirty="0">
                <a:ea typeface="ＭＳ Ｐゴシック"/>
              </a:rPr>
              <a:t>Hotel accommodation and conference tickets provided by the conference</a:t>
            </a:r>
          </a:p>
          <a:p>
            <a:pPr marL="546735" lvl="1" indent="-183515"/>
            <a:r>
              <a:rPr lang="en-US" sz="2000" dirty="0">
                <a:ea typeface="ＭＳ Ｐゴシック"/>
              </a:rPr>
              <a:t>The vendor sponsor and CSC will provide costs for the plane tickets</a:t>
            </a:r>
          </a:p>
          <a:p>
            <a:pPr marL="546735" lvl="1" indent="-183515"/>
            <a:r>
              <a:rPr lang="en-US" sz="2000" dirty="0">
                <a:ea typeface="ＭＳ Ｐゴシック"/>
              </a:rPr>
              <a:t>Some "daily allowance" for food will be provided, but the exact details are being planned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D68BE-1EC9-6D2D-F760-88EC1C39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8D4AF-0665-7B44-B9A5-492E7E49DE6C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FA2A-B1E5-88A0-A561-4791C09F9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50" dirty="0">
                <a:ea typeface="ＭＳ Ｐゴシック"/>
              </a:rPr>
              <a:t>The competition cluster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45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D7BD-621F-A320-B8B1-16239977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0F1D-D5B9-F58D-B085-B56177FD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z="2950" dirty="0" err="1">
                <a:ea typeface="ＭＳ Ｐゴシック"/>
              </a:rPr>
              <a:t>Our</a:t>
            </a:r>
            <a:r>
              <a:rPr lang="fi-FI" sz="2950" dirty="0">
                <a:ea typeface="ＭＳ Ｐゴシック"/>
              </a:rPr>
              <a:t> </a:t>
            </a:r>
            <a:r>
              <a:rPr lang="fi-FI" sz="2950" dirty="0" err="1">
                <a:ea typeface="ＭＳ Ｐゴシック"/>
              </a:rPr>
              <a:t>cluster</a:t>
            </a:r>
            <a:r>
              <a:rPr lang="fi-FI" sz="2950">
                <a:ea typeface="ＭＳ Ｐゴシック"/>
              </a:rPr>
              <a:t> provider and </a:t>
            </a:r>
            <a:r>
              <a:rPr lang="fi-FI" sz="2950" dirty="0" err="1">
                <a:ea typeface="ＭＳ Ｐゴシック"/>
              </a:rPr>
              <a:t>contacts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C1A2-34C9-73F7-B0BE-B6C1D4444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542563"/>
            <a:ext cx="8148201" cy="4523889"/>
          </a:xfrm>
        </p:spPr>
        <p:txBody>
          <a:bodyPr/>
          <a:lstStyle/>
          <a:p>
            <a:pPr marL="202565" indent="-202565"/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cluster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will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be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provided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by</a:t>
            </a:r>
            <a:r>
              <a:rPr lang="fi-FI" sz="2400" dirty="0">
                <a:ea typeface="ＭＳ Ｐゴシック"/>
              </a:rPr>
              <a:t> HPE</a:t>
            </a:r>
          </a:p>
          <a:p>
            <a:pPr marL="546735" lvl="1" indent="-183515">
              <a:buFont typeface="Courier New" charset="0"/>
            </a:pPr>
            <a:r>
              <a:rPr lang="fi-FI" sz="2000" dirty="0" err="1">
                <a:ea typeface="ＭＳ Ｐゴシック"/>
              </a:rPr>
              <a:t>Nathalie</a:t>
            </a:r>
            <a:r>
              <a:rPr lang="fi-FI" sz="2000" dirty="0">
                <a:ea typeface="ＭＳ Ｐゴシック"/>
              </a:rPr>
              <a:t> </a:t>
            </a:r>
            <a:r>
              <a:rPr lang="fi-FI" sz="2000" dirty="0" err="1">
                <a:ea typeface="ＭＳ Ｐゴシック"/>
              </a:rPr>
              <a:t>Viollet</a:t>
            </a:r>
            <a:r>
              <a:rPr lang="fi-FI" sz="2000" dirty="0">
                <a:ea typeface="ＭＳ Ｐゴシック"/>
              </a:rPr>
              <a:t> (</a:t>
            </a:r>
            <a:r>
              <a:rPr lang="fi-FI" sz="2000" dirty="0" err="1">
                <a:ea typeface="ＭＳ Ｐゴシック"/>
              </a:rPr>
              <a:t>Manager</a:t>
            </a:r>
            <a:r>
              <a:rPr lang="fi-FI" sz="2000" dirty="0">
                <a:ea typeface="ＭＳ Ｐゴシック"/>
              </a:rPr>
              <a:t> at HPE)</a:t>
            </a:r>
          </a:p>
          <a:p>
            <a:pPr marL="546735" lvl="1" indent="-183515">
              <a:buFont typeface="Courier New" charset="0"/>
            </a:pPr>
            <a:r>
              <a:rPr lang="fi-FI" sz="2000" dirty="0">
                <a:ea typeface="ＭＳ Ｐゴシック"/>
              </a:rPr>
              <a:t>Jeremy </a:t>
            </a:r>
            <a:r>
              <a:rPr lang="fi-FI" sz="2000" dirty="0" err="1">
                <a:ea typeface="ＭＳ Ｐゴシック"/>
              </a:rPr>
              <a:t>Foulon</a:t>
            </a:r>
            <a:r>
              <a:rPr lang="fi-FI" sz="2000" dirty="0">
                <a:ea typeface="ＭＳ Ｐゴシック"/>
              </a:rPr>
              <a:t> (HPC &amp; AI </a:t>
            </a:r>
            <a:r>
              <a:rPr lang="fi-FI" sz="2000" dirty="0" err="1">
                <a:ea typeface="ＭＳ Ｐゴシック"/>
              </a:rPr>
              <a:t>program</a:t>
            </a:r>
            <a:r>
              <a:rPr lang="fi-FI" sz="2000" dirty="0">
                <a:ea typeface="ＭＳ Ｐゴシック"/>
              </a:rPr>
              <a:t> </a:t>
            </a:r>
            <a:r>
              <a:rPr lang="fi-FI" sz="2000" dirty="0" err="1">
                <a:ea typeface="ＭＳ Ｐゴシック"/>
              </a:rPr>
              <a:t>manager</a:t>
            </a:r>
            <a:r>
              <a:rPr lang="fi-FI" sz="2000" dirty="0">
                <a:ea typeface="ＭＳ Ｐゴシック"/>
              </a:rPr>
              <a:t> at HPE)</a:t>
            </a:r>
          </a:p>
          <a:p>
            <a:pPr marL="202565" indent="-202565"/>
            <a:r>
              <a:rPr lang="fi-FI" sz="2400" dirty="0" err="1">
                <a:ea typeface="ＭＳ Ｐゴシック"/>
              </a:rPr>
              <a:t>Working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with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bid</a:t>
            </a:r>
            <a:r>
              <a:rPr lang="fi-FI" sz="2400" dirty="0">
                <a:ea typeface="ＭＳ Ｐゴシック"/>
              </a:rPr>
              <a:t> for SCC </a:t>
            </a:r>
            <a:r>
              <a:rPr lang="fi-FI" sz="2400" dirty="0" err="1">
                <a:ea typeface="ＭＳ Ｐゴシック"/>
              </a:rPr>
              <a:t>since</a:t>
            </a:r>
            <a:r>
              <a:rPr lang="fi-FI" sz="2400" dirty="0">
                <a:ea typeface="ＭＳ Ｐゴシック"/>
              </a:rPr>
              <a:t> 2022</a:t>
            </a:r>
          </a:p>
          <a:p>
            <a:pPr marL="202565" indent="-202565"/>
            <a:r>
              <a:rPr lang="fi-FI" sz="2400" dirty="0">
                <a:ea typeface="ＭＳ Ｐゴシック"/>
              </a:rPr>
              <a:t>Provider for LUMI</a:t>
            </a:r>
          </a:p>
          <a:p>
            <a:pPr marL="202565" indent="-202565"/>
            <a:r>
              <a:rPr lang="fi-FI" sz="2400" dirty="0" err="1">
                <a:ea typeface="ＭＳ Ｐゴシック"/>
              </a:rPr>
              <a:t>Offices</a:t>
            </a:r>
            <a:r>
              <a:rPr lang="fi-FI" sz="2400" dirty="0">
                <a:ea typeface="ＭＳ Ｐゴシック"/>
              </a:rPr>
              <a:t> at Grenoble, France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4C8AB-1DB1-4CBE-3033-9C20A91F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58418C0-4DF5-F6CF-1958-3EBF9CFD5578}"/>
              </a:ext>
            </a:extLst>
          </p:cNvPr>
          <p:cNvSpPr>
            <a:spLocks noGrp="1"/>
          </p:cNvSpPr>
          <p:nvPr/>
        </p:nvSpPr>
        <p:spPr>
          <a:xfrm>
            <a:off x="609602" y="6377647"/>
            <a:ext cx="861484" cy="315725"/>
          </a:xfrm>
          <a:prstGeom prst="rect">
            <a:avLst/>
          </a:prstGeom>
        </p:spPr>
        <p:txBody>
          <a:bodyPr vert="horz" lIns="67033" tIns="33516" rIns="67033" bIns="33516" rtlCol="0" anchor="ctr"/>
          <a:lstStyle>
            <a:defPPr>
              <a:defRPr lang="en-US"/>
            </a:defPPr>
            <a:lvl1pPr marL="0" algn="l" defTabSz="649185" rtl="0" eaLnBrk="1" fontAlgn="auto" latinLnBrk="0" hangingPunct="1">
              <a:spcBef>
                <a:spcPts val="0"/>
              </a:spcBef>
              <a:spcAft>
                <a:spcPts val="0"/>
              </a:spcAft>
              <a:defRPr sz="995" b="0" kern="1200">
                <a:solidFill>
                  <a:schemeClr val="accent3">
                    <a:lumMod val="75000"/>
                  </a:schemeClr>
                </a:solidFill>
                <a:latin typeface="Corbel"/>
                <a:ea typeface="+mn-ea"/>
                <a:cs typeface="Corbe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Graphic 4" descr="Hewlett Packard Enterprise – Wikipedia">
            <a:extLst>
              <a:ext uri="{FF2B5EF4-FFF2-40B4-BE49-F238E27FC236}">
                <a16:creationId xmlns:a16="http://schemas.microsoft.com/office/drawing/2014/main" id="{D7AEDB3D-8A45-90D3-0AAB-2EBBD9149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299" y="4992430"/>
            <a:ext cx="2305268" cy="95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0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D7BD-621F-A320-B8B1-16239977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0F1D-D5B9-F58D-B085-B56177FD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z="2950" dirty="0">
                <a:ea typeface="ＭＳ Ｐゴシック"/>
              </a:rPr>
              <a:t>Cluster </a:t>
            </a:r>
            <a:r>
              <a:rPr lang="fi-FI" sz="2950" dirty="0" err="1">
                <a:ea typeface="ＭＳ Ｐゴシック"/>
              </a:rPr>
              <a:t>timetable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C1A2-34C9-73F7-B0BE-B6C1D4444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1178"/>
            <a:ext cx="8148201" cy="4523889"/>
          </a:xfrm>
        </p:spPr>
        <p:txBody>
          <a:bodyPr/>
          <a:lstStyle/>
          <a:p>
            <a:pPr marL="202565" indent="-202565"/>
            <a:r>
              <a:rPr lang="fi-FI" sz="2400" dirty="0">
                <a:ea typeface="ＭＳ Ｐゴシック"/>
              </a:rPr>
              <a:t>BOM </a:t>
            </a:r>
            <a:r>
              <a:rPr lang="fi-FI" sz="2400" dirty="0" err="1">
                <a:ea typeface="ＭＳ Ｐゴシック"/>
              </a:rPr>
              <a:t>delivered</a:t>
            </a:r>
            <a:endParaRPr lang="fi-FI" sz="2400" dirty="0" err="1"/>
          </a:p>
          <a:p>
            <a:pPr marL="546735" lvl="1" indent="-183515"/>
            <a:r>
              <a:rPr lang="fi-FI" sz="2000" dirty="0" err="1">
                <a:ea typeface="ＭＳ Ｐゴシック"/>
              </a:rPr>
              <a:t>Let's</a:t>
            </a:r>
            <a:r>
              <a:rPr lang="fi-FI" sz="2000" dirty="0">
                <a:ea typeface="ＭＳ Ｐゴシック"/>
              </a:rPr>
              <a:t> look at it </a:t>
            </a:r>
            <a:r>
              <a:rPr lang="fi-FI" sz="2000" dirty="0" err="1">
                <a:ea typeface="ＭＳ Ｐゴシック"/>
              </a:rPr>
              <a:t>together</a:t>
            </a:r>
            <a:endParaRPr lang="fi-FI" dirty="0" err="1"/>
          </a:p>
          <a:p>
            <a:pPr marL="202565" indent="-202565"/>
            <a:r>
              <a:rPr lang="fi-FI" sz="2400" dirty="0" err="1">
                <a:ea typeface="ＭＳ Ｐゴシック"/>
                <a:cs typeface="Arial"/>
              </a:rPr>
              <a:t>Regular</a:t>
            </a:r>
            <a:r>
              <a:rPr lang="fi-FI" sz="2400" dirty="0">
                <a:ea typeface="ＭＳ Ｐゴシック"/>
                <a:cs typeface="Arial"/>
              </a:rPr>
              <a:t> </a:t>
            </a:r>
            <a:r>
              <a:rPr lang="fi-FI" sz="2400" dirty="0" err="1">
                <a:ea typeface="ＭＳ Ｐゴシック"/>
                <a:cs typeface="Arial"/>
              </a:rPr>
              <a:t>meetings</a:t>
            </a:r>
            <a:r>
              <a:rPr lang="fi-FI" sz="2400" dirty="0">
                <a:ea typeface="ＭＳ Ｐゴシック"/>
                <a:cs typeface="Arial"/>
              </a:rPr>
              <a:t> </a:t>
            </a:r>
            <a:r>
              <a:rPr lang="fi-FI" sz="2400" dirty="0" err="1">
                <a:ea typeface="ＭＳ Ｐゴシック"/>
                <a:cs typeface="Arial"/>
              </a:rPr>
              <a:t>over</a:t>
            </a:r>
            <a:r>
              <a:rPr lang="fi-FI" sz="2400" dirty="0">
                <a:ea typeface="ＭＳ Ｐゴシック"/>
                <a:cs typeface="Arial"/>
              </a:rPr>
              <a:t> </a:t>
            </a:r>
            <a:r>
              <a:rPr lang="fi-FI" sz="2400" dirty="0" err="1">
                <a:ea typeface="ＭＳ Ｐゴシック"/>
                <a:cs typeface="Arial"/>
              </a:rPr>
              <a:t>Zoom</a:t>
            </a:r>
            <a:r>
              <a:rPr lang="fi-FI" sz="2400" dirty="0">
                <a:ea typeface="ＭＳ Ｐゴシック"/>
                <a:cs typeface="Arial"/>
              </a:rPr>
              <a:t> </a:t>
            </a:r>
            <a:r>
              <a:rPr lang="fi-FI" sz="2400" dirty="0" err="1">
                <a:ea typeface="ＭＳ Ｐゴシック"/>
                <a:cs typeface="Arial"/>
              </a:rPr>
              <a:t>will</a:t>
            </a:r>
            <a:r>
              <a:rPr lang="fi-FI" sz="2400" dirty="0">
                <a:ea typeface="ＭＳ Ｐゴシック"/>
                <a:cs typeface="Arial"/>
              </a:rPr>
              <a:t> </a:t>
            </a:r>
            <a:r>
              <a:rPr lang="fi-FI" sz="2400" dirty="0" err="1">
                <a:ea typeface="ＭＳ Ｐゴシック"/>
                <a:cs typeface="Arial"/>
              </a:rPr>
              <a:t>start</a:t>
            </a:r>
            <a:r>
              <a:rPr lang="fi-FI" sz="2400" dirty="0">
                <a:ea typeface="ＭＳ Ｐゴシック"/>
                <a:cs typeface="Arial"/>
              </a:rPr>
              <a:t> in August</a:t>
            </a:r>
          </a:p>
          <a:p>
            <a:pPr marL="202565" indent="-202565"/>
            <a:r>
              <a:rPr lang="fi-FI" sz="2400" dirty="0">
                <a:ea typeface="ＭＳ Ｐゴシック"/>
                <a:cs typeface="Arial"/>
              </a:rPr>
              <a:t>HPE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will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order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system</a:t>
            </a:r>
            <a:r>
              <a:rPr lang="fi-FI" sz="2400" dirty="0">
                <a:ea typeface="ＭＳ Ｐゴシック"/>
              </a:rPr>
              <a:t> ASAP</a:t>
            </a:r>
            <a:endParaRPr lang="fi-FI" sz="2400"/>
          </a:p>
          <a:p>
            <a:pPr marL="202565" indent="-202565"/>
            <a:r>
              <a:rPr lang="fi-FI" sz="2400" dirty="0">
                <a:ea typeface="ＭＳ Ｐゴシック"/>
              </a:rPr>
              <a:t>Virtual </a:t>
            </a:r>
            <a:r>
              <a:rPr lang="fi-FI" sz="2400" dirty="0" err="1">
                <a:ea typeface="ＭＳ Ｐゴシック"/>
              </a:rPr>
              <a:t>access</a:t>
            </a:r>
            <a:r>
              <a:rPr lang="fi-FI" sz="2400" dirty="0">
                <a:ea typeface="ＭＳ Ｐゴシック"/>
              </a:rPr>
              <a:t> to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cluster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before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competition</a:t>
            </a:r>
            <a:endParaRPr lang="fi-FI" sz="2400" dirty="0" err="1"/>
          </a:p>
          <a:p>
            <a:pPr marL="202565" indent="-202565"/>
            <a:r>
              <a:rPr lang="fi-FI" sz="2400" dirty="0">
                <a:ea typeface="ＭＳ Ｐゴシック"/>
              </a:rPr>
              <a:t>HPE </a:t>
            </a:r>
            <a:r>
              <a:rPr lang="fi-FI" sz="2400" dirty="0" err="1">
                <a:ea typeface="ＭＳ Ｐゴシック"/>
              </a:rPr>
              <a:t>will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provide</a:t>
            </a:r>
            <a:r>
              <a:rPr lang="fi-FI" sz="2400" dirty="0">
                <a:ea typeface="ＭＳ Ｐゴシック"/>
              </a:rPr>
              <a:t> us some </a:t>
            </a:r>
            <a:r>
              <a:rPr lang="fi-FI" sz="2400" dirty="0" err="1">
                <a:ea typeface="ＭＳ Ｐゴシック"/>
              </a:rPr>
              <a:t>training</a:t>
            </a:r>
            <a:r>
              <a:rPr lang="fi-FI" sz="2400" dirty="0">
                <a:ea typeface="ＭＳ Ｐゴシック"/>
              </a:rPr>
              <a:t> </a:t>
            </a:r>
          </a:p>
          <a:p>
            <a:pPr marL="202565" indent="-202565"/>
            <a:r>
              <a:rPr lang="fi-FI" sz="2400" dirty="0">
                <a:ea typeface="ＭＳ Ｐゴシック"/>
              </a:rPr>
              <a:t>HPE </a:t>
            </a:r>
            <a:r>
              <a:rPr lang="fi-FI" sz="2400" dirty="0" err="1">
                <a:ea typeface="ＭＳ Ｐゴシック"/>
              </a:rPr>
              <a:t>will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ship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cluster</a:t>
            </a:r>
            <a:r>
              <a:rPr lang="fi-FI" sz="2400" dirty="0">
                <a:ea typeface="ＭＳ Ｐゴシック"/>
              </a:rPr>
              <a:t> on-</a:t>
            </a:r>
            <a:r>
              <a:rPr lang="fi-FI" sz="2400" dirty="0" err="1">
                <a:ea typeface="ＭＳ Ｐゴシック"/>
              </a:rPr>
              <a:t>site</a:t>
            </a:r>
            <a:r>
              <a:rPr lang="fi-FI" sz="2400" dirty="0">
                <a:ea typeface="ＭＳ Ｐゴシック"/>
              </a:rPr>
              <a:t> to Atlanta </a:t>
            </a:r>
            <a:endParaRPr lang="fi-FI" sz="2400" dirty="0"/>
          </a:p>
          <a:p>
            <a:pPr marL="202565" indent="-202565"/>
            <a:endParaRPr lang="fi-FI" sz="2400" dirty="0"/>
          </a:p>
          <a:p>
            <a:pPr marL="202565" indent="-202565"/>
            <a:endParaRPr lang="fi-FI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4C8AB-1DB1-4CBE-3033-9C20A91F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58418C0-4DF5-F6CF-1958-3EBF9CFD5578}"/>
              </a:ext>
            </a:extLst>
          </p:cNvPr>
          <p:cNvSpPr>
            <a:spLocks noGrp="1"/>
          </p:cNvSpPr>
          <p:nvPr/>
        </p:nvSpPr>
        <p:spPr>
          <a:xfrm>
            <a:off x="609602" y="6377647"/>
            <a:ext cx="861484" cy="315725"/>
          </a:xfrm>
          <a:prstGeom prst="rect">
            <a:avLst/>
          </a:prstGeom>
        </p:spPr>
        <p:txBody>
          <a:bodyPr vert="horz" lIns="67033" tIns="33516" rIns="67033" bIns="33516" rtlCol="0" anchor="ctr"/>
          <a:lstStyle>
            <a:defPPr>
              <a:defRPr lang="en-US"/>
            </a:defPPr>
            <a:lvl1pPr marL="0" algn="l" defTabSz="649185" rtl="0" eaLnBrk="1" fontAlgn="auto" latinLnBrk="0" hangingPunct="1">
              <a:spcBef>
                <a:spcPts val="0"/>
              </a:spcBef>
              <a:spcAft>
                <a:spcPts val="0"/>
              </a:spcAft>
              <a:defRPr sz="995" b="0" kern="1200">
                <a:solidFill>
                  <a:schemeClr val="accent3">
                    <a:lumMod val="75000"/>
                  </a:schemeClr>
                </a:solidFill>
                <a:latin typeface="Corbel"/>
                <a:ea typeface="+mn-ea"/>
                <a:cs typeface="Corbe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5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D7BD-621F-A320-B8B1-16239977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0F1D-D5B9-F58D-B085-B56177FD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3558"/>
            <a:ext cx="10322984" cy="1141120"/>
          </a:xfrm>
        </p:spPr>
        <p:txBody>
          <a:bodyPr/>
          <a:lstStyle/>
          <a:p>
            <a:r>
              <a:rPr lang="fi-FI" sz="2950" dirty="0" err="1">
                <a:ea typeface="ＭＳ Ｐゴシック"/>
              </a:rPr>
              <a:t>The</a:t>
            </a:r>
            <a:r>
              <a:rPr lang="fi-FI" sz="2950" dirty="0">
                <a:ea typeface="ＭＳ Ｐゴシック"/>
              </a:rPr>
              <a:t> hardware (</a:t>
            </a:r>
            <a:r>
              <a:rPr lang="fi-FI" sz="2950" dirty="0" err="1">
                <a:ea typeface="ＭＳ Ｐゴシック"/>
              </a:rPr>
              <a:t>currently</a:t>
            </a:r>
            <a:r>
              <a:rPr lang="fi-FI" sz="2950" dirty="0">
                <a:ea typeface="ＭＳ Ｐゴシック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C1A2-34C9-73F7-B0BE-B6C1D4444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386255"/>
            <a:ext cx="5959894" cy="4523889"/>
          </a:xfrm>
        </p:spPr>
        <p:txBody>
          <a:bodyPr/>
          <a:lstStyle/>
          <a:p>
            <a:pPr marL="202565" indent="-202565"/>
            <a:r>
              <a:rPr lang="fi-FI" sz="2000" dirty="0">
                <a:latin typeface="Calibri"/>
                <a:ea typeface="ＭＳ Ｐゴシック"/>
              </a:rPr>
              <a:t>HPE </a:t>
            </a:r>
            <a:r>
              <a:rPr lang="fi-FI" sz="2000" err="1">
                <a:latin typeface="Calibri"/>
                <a:ea typeface="ＭＳ Ｐゴシック"/>
              </a:rPr>
              <a:t>ProLiant</a:t>
            </a:r>
            <a:r>
              <a:rPr lang="fi-FI" sz="2000" dirty="0">
                <a:latin typeface="Calibri"/>
                <a:ea typeface="ＭＳ Ｐゴシック"/>
              </a:rPr>
              <a:t> DL385 Gen11 </a:t>
            </a:r>
            <a:r>
              <a:rPr lang="fi-FI" sz="2000" err="1">
                <a:latin typeface="Calibri"/>
                <a:ea typeface="ＭＳ Ｐゴシック"/>
              </a:rPr>
              <a:t>server</a:t>
            </a:r>
            <a:endParaRPr lang="fi-FI" sz="2000">
              <a:latin typeface="Calibri"/>
            </a:endParaRPr>
          </a:p>
          <a:p>
            <a:pPr marL="546735" lvl="1" indent="-183515"/>
            <a:r>
              <a:rPr lang="fi-FI" sz="1800" dirty="0">
                <a:latin typeface="Calibri"/>
                <a:ea typeface="ＭＳ Ｐゴシック"/>
              </a:rPr>
              <a:t>Three </a:t>
            </a:r>
            <a:r>
              <a:rPr lang="fi-FI" sz="1800" err="1">
                <a:latin typeface="Calibri"/>
                <a:ea typeface="ＭＳ Ｐゴシック"/>
              </a:rPr>
              <a:t>nodes</a:t>
            </a:r>
            <a:r>
              <a:rPr lang="fi-FI" sz="1800" dirty="0">
                <a:latin typeface="Calibri"/>
                <a:ea typeface="ＭＳ Ｐゴシック"/>
              </a:rPr>
              <a:t> in </a:t>
            </a:r>
            <a:r>
              <a:rPr lang="fi-FI" sz="1800" err="1">
                <a:latin typeface="Calibri"/>
                <a:ea typeface="ＭＳ Ｐゴシック"/>
              </a:rPr>
              <a:t>total</a:t>
            </a:r>
            <a:endParaRPr lang="fi-FI" sz="1800" dirty="0">
              <a:latin typeface="Calibri"/>
              <a:ea typeface="ＭＳ Ｐゴシック"/>
            </a:endParaRPr>
          </a:p>
          <a:p>
            <a:pPr marL="546735" lvl="1" indent="-183515"/>
            <a:r>
              <a:rPr lang="fi-FI" sz="1800" dirty="0" err="1">
                <a:latin typeface="Calibri"/>
                <a:ea typeface="ＭＳ Ｐゴシック"/>
              </a:rPr>
              <a:t>Connected</a:t>
            </a:r>
            <a:r>
              <a:rPr lang="fi-FI" sz="1800" dirty="0">
                <a:latin typeface="Calibri"/>
                <a:ea typeface="ＭＳ Ｐゴシック"/>
              </a:rPr>
              <a:t> via 200Gb/s </a:t>
            </a:r>
            <a:r>
              <a:rPr lang="fi-FI" sz="1800" dirty="0" err="1">
                <a:latin typeface="Calibri"/>
                <a:ea typeface="ＭＳ Ｐゴシック"/>
              </a:rPr>
              <a:t>Infiniband</a:t>
            </a:r>
            <a:r>
              <a:rPr lang="fi-FI" sz="1800" dirty="0">
                <a:latin typeface="Calibri"/>
                <a:ea typeface="ＭＳ Ｐゴシック"/>
              </a:rPr>
              <a:t> </a:t>
            </a:r>
            <a:r>
              <a:rPr lang="fi-FI" sz="1800" dirty="0" err="1">
                <a:latin typeface="Calibri"/>
                <a:ea typeface="ＭＳ Ｐゴシック"/>
              </a:rPr>
              <a:t>interconnect</a:t>
            </a:r>
            <a:endParaRPr lang="fi-FI" sz="1800" dirty="0">
              <a:latin typeface="Calibri"/>
              <a:ea typeface="ＭＳ Ｐゴシック"/>
            </a:endParaRPr>
          </a:p>
          <a:p>
            <a:pPr marL="202565" indent="-202565"/>
            <a:r>
              <a:rPr lang="fi-FI" sz="2000" dirty="0">
                <a:latin typeface="Calibri"/>
                <a:ea typeface="ＭＳ Ｐゴシック"/>
              </a:rPr>
              <a:t>AMD EPYC 9354-processors  (2 per </a:t>
            </a:r>
            <a:r>
              <a:rPr lang="fi-FI" sz="2000" dirty="0" err="1">
                <a:latin typeface="Calibri"/>
                <a:ea typeface="ＭＳ Ｐゴシック"/>
              </a:rPr>
              <a:t>node</a:t>
            </a:r>
            <a:r>
              <a:rPr lang="fi-FI" sz="2000" dirty="0">
                <a:latin typeface="Calibri"/>
                <a:ea typeface="ＭＳ Ｐゴシック"/>
              </a:rPr>
              <a:t>)</a:t>
            </a:r>
            <a:endParaRPr lang="fi-FI" sz="2000" dirty="0">
              <a:latin typeface="Calibri"/>
            </a:endParaRPr>
          </a:p>
          <a:p>
            <a:pPr marL="546735" lvl="1" indent="-183515"/>
            <a:r>
              <a:rPr lang="fi-FI" sz="1800" dirty="0">
                <a:latin typeface="Calibri"/>
                <a:ea typeface="ＭＳ Ｐゴシック"/>
              </a:rPr>
              <a:t>32 </a:t>
            </a:r>
            <a:r>
              <a:rPr lang="fi-FI" sz="1800" err="1">
                <a:latin typeface="Calibri"/>
                <a:ea typeface="ＭＳ Ｐゴシック"/>
              </a:rPr>
              <a:t>cores</a:t>
            </a:r>
            <a:r>
              <a:rPr lang="fi-FI" sz="1800" dirty="0">
                <a:latin typeface="Calibri"/>
                <a:ea typeface="ＭＳ Ｐゴシック"/>
              </a:rPr>
              <a:t> @ 3.25 GHz</a:t>
            </a:r>
          </a:p>
          <a:p>
            <a:pPr marL="546735" lvl="1" indent="-183515"/>
            <a:r>
              <a:rPr lang="fi-FI" sz="1800" dirty="0">
                <a:latin typeface="Calibri"/>
                <a:ea typeface="ＭＳ Ｐゴシック"/>
              </a:rPr>
              <a:t>TDP: 280W</a:t>
            </a:r>
          </a:p>
          <a:p>
            <a:pPr marL="202565" indent="-202565">
              <a:buFont typeface="Arial"/>
            </a:pPr>
            <a:r>
              <a:rPr lang="fi-FI" sz="2000" dirty="0">
                <a:latin typeface="Calibri"/>
                <a:ea typeface="ＭＳ Ｐゴシック"/>
                <a:cs typeface="Arial"/>
              </a:rPr>
              <a:t>AMD MI210 </a:t>
            </a:r>
            <a:r>
              <a:rPr lang="fi-FI" sz="2000" dirty="0" err="1">
                <a:latin typeface="Calibri"/>
                <a:ea typeface="ＭＳ Ｐゴシック"/>
                <a:cs typeface="Arial"/>
              </a:rPr>
              <a:t>GPUs</a:t>
            </a:r>
            <a:r>
              <a:rPr lang="fi-FI" sz="2000" dirty="0">
                <a:latin typeface="Calibri"/>
                <a:ea typeface="ＭＳ Ｐゴシック"/>
                <a:cs typeface="Arial"/>
              </a:rPr>
              <a:t> (2 per </a:t>
            </a:r>
            <a:r>
              <a:rPr lang="fi-FI" sz="2000" dirty="0" err="1">
                <a:latin typeface="Calibri"/>
                <a:ea typeface="ＭＳ Ｐゴシック"/>
                <a:cs typeface="Arial"/>
              </a:rPr>
              <a:t>node</a:t>
            </a:r>
            <a:r>
              <a:rPr lang="fi-FI" sz="2000" dirty="0">
                <a:latin typeface="Calibri"/>
                <a:ea typeface="ＭＳ Ｐゴシック"/>
                <a:cs typeface="Arial"/>
              </a:rPr>
              <a:t>)</a:t>
            </a:r>
          </a:p>
          <a:p>
            <a:pPr marL="546735" lvl="1" indent="-183515"/>
            <a:r>
              <a:rPr lang="fi-FI" sz="1800" dirty="0">
                <a:latin typeface="Calibri"/>
                <a:ea typeface="ＭＳ Ｐゴシック"/>
                <a:cs typeface="Arial"/>
              </a:rPr>
              <a:t>22,6 TFLOP/s </a:t>
            </a:r>
            <a:r>
              <a:rPr lang="fi-FI" sz="1800" dirty="0" err="1">
                <a:latin typeface="Calibri"/>
                <a:ea typeface="ＭＳ Ｐゴシック"/>
                <a:cs typeface="Arial"/>
              </a:rPr>
              <a:t>peak</a:t>
            </a:r>
            <a:r>
              <a:rPr lang="fi-FI" sz="1800" dirty="0">
                <a:latin typeface="Calibri"/>
                <a:ea typeface="ＭＳ Ｐゴシック"/>
                <a:cs typeface="Arial"/>
              </a:rPr>
              <a:t> </a:t>
            </a:r>
            <a:r>
              <a:rPr lang="fi-FI" sz="1800" dirty="0" err="1">
                <a:latin typeface="Calibri"/>
                <a:ea typeface="ＭＳ Ｐゴシック"/>
                <a:cs typeface="Arial"/>
              </a:rPr>
              <a:t>performance</a:t>
            </a:r>
            <a:endParaRPr lang="fi-FI" sz="1800">
              <a:latin typeface="Calibri"/>
              <a:ea typeface="ＭＳ Ｐゴシック"/>
              <a:cs typeface="Arial"/>
            </a:endParaRPr>
          </a:p>
          <a:p>
            <a:pPr marL="546735" lvl="1" indent="-183515"/>
            <a:r>
              <a:rPr lang="fi-FI" sz="1800" dirty="0">
                <a:latin typeface="Calibri"/>
                <a:ea typeface="ＭＳ Ｐゴシック"/>
                <a:cs typeface="Arial"/>
              </a:rPr>
              <a:t>TDP: 300W</a:t>
            </a:r>
            <a:endParaRPr lang="fi-FI" sz="2100" dirty="0">
              <a:latin typeface="Calibri"/>
            </a:endParaRPr>
          </a:p>
          <a:p>
            <a:pPr marL="202565" indent="-202565"/>
            <a:r>
              <a:rPr lang="fi-FI" sz="2000" dirty="0">
                <a:latin typeface="Calibri"/>
                <a:ea typeface="ＭＳ Ｐゴシック"/>
              </a:rPr>
              <a:t>768GB of RAM per </a:t>
            </a:r>
            <a:r>
              <a:rPr lang="fi-FI" sz="2000" dirty="0" err="1">
                <a:latin typeface="Calibri"/>
                <a:ea typeface="ＭＳ Ｐゴシック"/>
              </a:rPr>
              <a:t>server</a:t>
            </a:r>
            <a:endParaRPr lang="fi-FI" sz="2000" dirty="0">
              <a:latin typeface="Calibri"/>
              <a:ea typeface="ＭＳ Ｐゴシック"/>
            </a:endParaRPr>
          </a:p>
          <a:p>
            <a:pPr marL="202565" indent="-202565"/>
            <a:r>
              <a:rPr lang="fi-FI" sz="2000" dirty="0">
                <a:latin typeface="Calibri"/>
                <a:ea typeface="ＭＳ Ｐゴシック"/>
              </a:rPr>
              <a:t>6,4 TB </a:t>
            </a:r>
            <a:r>
              <a:rPr lang="fi-FI" sz="2000" dirty="0" err="1">
                <a:latin typeface="Calibri"/>
                <a:ea typeface="ＭＳ Ｐゴシック"/>
              </a:rPr>
              <a:t>NVMe</a:t>
            </a:r>
            <a:r>
              <a:rPr lang="fi-FI" sz="2000" dirty="0">
                <a:latin typeface="Calibri"/>
                <a:ea typeface="ＭＳ Ｐゴシック"/>
              </a:rPr>
              <a:t> Gen4 disk </a:t>
            </a:r>
            <a:r>
              <a:rPr lang="fi-FI" sz="2000" dirty="0" err="1">
                <a:latin typeface="Calibri"/>
                <a:ea typeface="ＭＳ Ｐゴシック"/>
              </a:rPr>
              <a:t>space</a:t>
            </a:r>
            <a:r>
              <a:rPr lang="fi-FI" sz="2000" dirty="0">
                <a:latin typeface="Calibri"/>
                <a:ea typeface="ＭＳ Ｐゴシック"/>
              </a:rPr>
              <a:t> per </a:t>
            </a:r>
            <a:r>
              <a:rPr lang="fi-FI" sz="2000" dirty="0" err="1">
                <a:latin typeface="Calibri"/>
                <a:ea typeface="ＭＳ Ｐゴシック"/>
              </a:rPr>
              <a:t>server</a:t>
            </a:r>
            <a:endParaRPr lang="fi-FI" sz="2000">
              <a:latin typeface="Calibri"/>
              <a:ea typeface="ＭＳ Ｐゴシック"/>
            </a:endParaRPr>
          </a:p>
          <a:p>
            <a:pPr marL="202565" indent="-202565"/>
            <a:endParaRPr lang="fi-FI" sz="2400" dirty="0"/>
          </a:p>
          <a:p>
            <a:pPr marL="202565" indent="-202565"/>
            <a:endParaRPr lang="fi-FI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4C8AB-1DB1-4CBE-3033-9C20A91F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58418C0-4DF5-F6CF-1958-3EBF9CFD5578}"/>
              </a:ext>
            </a:extLst>
          </p:cNvPr>
          <p:cNvSpPr>
            <a:spLocks noGrp="1"/>
          </p:cNvSpPr>
          <p:nvPr/>
        </p:nvSpPr>
        <p:spPr>
          <a:xfrm>
            <a:off x="609602" y="6377647"/>
            <a:ext cx="861484" cy="315725"/>
          </a:xfrm>
          <a:prstGeom prst="rect">
            <a:avLst/>
          </a:prstGeom>
        </p:spPr>
        <p:txBody>
          <a:bodyPr vert="horz" lIns="67033" tIns="33516" rIns="67033" bIns="33516" rtlCol="0" anchor="ctr"/>
          <a:lstStyle>
            <a:defPPr>
              <a:defRPr lang="en-US"/>
            </a:defPPr>
            <a:lvl1pPr marL="0" algn="l" defTabSz="649185" rtl="0" eaLnBrk="1" fontAlgn="auto" latinLnBrk="0" hangingPunct="1">
              <a:spcBef>
                <a:spcPts val="0"/>
              </a:spcBef>
              <a:spcAft>
                <a:spcPts val="0"/>
              </a:spcAft>
              <a:defRPr sz="995" b="0" kern="1200">
                <a:solidFill>
                  <a:schemeClr val="accent3">
                    <a:lumMod val="75000"/>
                  </a:schemeClr>
                </a:solidFill>
                <a:latin typeface="Corbel"/>
                <a:ea typeface="+mn-ea"/>
                <a:cs typeface="Corbe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4" descr="HPE ProLiant DL385 Gen11 9124 3.0GHz 16-core 1P 32GB-R 8SFF 800W PS Server  | HPE Finland | OID1014782396">
            <a:extLst>
              <a:ext uri="{FF2B5EF4-FFF2-40B4-BE49-F238E27FC236}">
                <a16:creationId xmlns:a16="http://schemas.microsoft.com/office/drawing/2014/main" id="{0F8BDBC7-6BE2-5FE8-C386-CFD87428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0" y="3650762"/>
            <a:ext cx="3348891" cy="2516552"/>
          </a:xfrm>
          <a:prstGeom prst="rect">
            <a:avLst/>
          </a:prstGeom>
        </p:spPr>
      </p:pic>
      <p:pic>
        <p:nvPicPr>
          <p:cNvPr id="6" name="Picture 5" descr="HPE ProLiant DL385 Gen11 | HPE Store Denmark">
            <a:extLst>
              <a:ext uri="{FF2B5EF4-FFF2-40B4-BE49-F238E27FC236}">
                <a16:creationId xmlns:a16="http://schemas.microsoft.com/office/drawing/2014/main" id="{3235C8D1-A2E1-341E-7D05-8FDE906A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0" y="1003301"/>
            <a:ext cx="3251199" cy="251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7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BFDB1-C168-1DF5-49BB-77F1293F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975A3-2E4D-4F46-A85A-D5B41899487D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EF0DD0A6-4133-F888-E5D0-68070922C5B5}"/>
              </a:ext>
            </a:extLst>
          </p:cNvPr>
          <p:cNvSpPr txBox="1"/>
          <p:nvPr/>
        </p:nvSpPr>
        <p:spPr>
          <a:xfrm>
            <a:off x="0" y="6192533"/>
            <a:ext cx="1219199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a typeface="+mn-lt"/>
                <a:cs typeface="+mn-lt"/>
              </a:rPr>
              <a:t>https://www.youtube.com/watch?v=3pwISbpSawA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7" name="Online Media 6" title="HPE ProLiant DL385 Gen11 virtual tour animated video">
            <a:hlinkClick r:id="" action="ppaction://media"/>
            <a:extLst>
              <a:ext uri="{FF2B5EF4-FFF2-40B4-BE49-F238E27FC236}">
                <a16:creationId xmlns:a16="http://schemas.microsoft.com/office/drawing/2014/main" id="{B03357A9-DAB7-1883-5B57-61D89D9BEB8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41425" y="646723"/>
            <a:ext cx="971073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3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D7BD-621F-A320-B8B1-16239977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0F1D-D5B9-F58D-B085-B56177FD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z="2950" dirty="0" err="1">
                <a:ea typeface="ＭＳ Ｐゴシック"/>
              </a:rPr>
              <a:t>Our</a:t>
            </a:r>
            <a:r>
              <a:rPr lang="fi-FI" sz="2950">
                <a:ea typeface="ＭＳ Ｐゴシック"/>
              </a:rPr>
              <a:t> training plan with</a:t>
            </a:r>
            <a:r>
              <a:rPr lang="fi-FI" sz="2950" dirty="0">
                <a:ea typeface="ＭＳ Ｐゴシック"/>
              </a:rPr>
              <a:t> </a:t>
            </a:r>
            <a:r>
              <a:rPr lang="fi-FI" sz="2950" dirty="0" err="1">
                <a:ea typeface="ＭＳ Ｐゴシック"/>
              </a:rPr>
              <a:t>the</a:t>
            </a:r>
            <a:r>
              <a:rPr lang="fi-FI" sz="2950" dirty="0">
                <a:ea typeface="ＭＳ Ｐゴシック"/>
              </a:rPr>
              <a:t> hardware</a:t>
            </a:r>
            <a:endParaRPr lang="fi-FI" sz="29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C1A2-34C9-73F7-B0BE-B6C1D4444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1178"/>
            <a:ext cx="8000035" cy="4523889"/>
          </a:xfrm>
        </p:spPr>
        <p:txBody>
          <a:bodyPr/>
          <a:lstStyle/>
          <a:p>
            <a:pPr marL="202565" indent="-202565"/>
            <a:r>
              <a:rPr lang="fi-FI" sz="2400" dirty="0" err="1">
                <a:ea typeface="ＭＳ Ｐゴシック"/>
              </a:rPr>
              <a:t>You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will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get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free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access</a:t>
            </a:r>
            <a:r>
              <a:rPr lang="fi-FI" sz="2400" dirty="0">
                <a:ea typeface="ＭＳ Ｐゴシック"/>
              </a:rPr>
              <a:t> to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system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when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it's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assembled</a:t>
            </a:r>
            <a:endParaRPr lang="fi-FI" sz="2400" dirty="0" err="1"/>
          </a:p>
          <a:p>
            <a:pPr marL="202565" indent="-202565"/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people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interested</a:t>
            </a:r>
            <a:r>
              <a:rPr lang="fi-FI" sz="2400" dirty="0">
                <a:ea typeface="ＭＳ Ｐゴシック"/>
              </a:rPr>
              <a:t> in 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sysadmin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tasks</a:t>
            </a:r>
            <a:r>
              <a:rPr lang="fi-FI" sz="2400" dirty="0">
                <a:ea typeface="ＭＳ Ｐゴシック"/>
              </a:rPr>
              <a:t> in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competition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should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start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working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with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system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first</a:t>
            </a:r>
            <a:endParaRPr lang="fi-FI" sz="2400" b="1" dirty="0" err="1">
              <a:ea typeface="ＭＳ Ｐゴシック"/>
            </a:endParaRPr>
          </a:p>
          <a:p>
            <a:pPr marL="202565" indent="-202565"/>
            <a:r>
              <a:rPr lang="fi-FI" sz="2400" dirty="0" err="1">
                <a:ea typeface="ＭＳ Ｐゴシック"/>
              </a:rPr>
              <a:t>We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will</a:t>
            </a:r>
            <a:r>
              <a:rPr lang="fi-FI" sz="2400" dirty="0">
                <a:ea typeface="ＭＳ Ｐゴシック"/>
              </a:rPr>
              <a:t> set </a:t>
            </a:r>
            <a:r>
              <a:rPr lang="fi-FI" sz="2400" dirty="0" err="1">
                <a:ea typeface="ＭＳ Ｐゴシック"/>
              </a:rPr>
              <a:t>up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system</a:t>
            </a:r>
            <a:r>
              <a:rPr lang="fi-FI" sz="2400" dirty="0">
                <a:ea typeface="ＭＳ Ｐゴシック"/>
              </a:rPr>
              <a:t> to </a:t>
            </a:r>
            <a:r>
              <a:rPr lang="fi-FI" sz="2400" dirty="0" err="1">
                <a:ea typeface="ＭＳ Ｐゴシック"/>
              </a:rPr>
              <a:t>be</a:t>
            </a:r>
            <a:r>
              <a:rPr lang="fi-FI" sz="2400" dirty="0">
                <a:ea typeface="ＭＳ Ｐゴシック"/>
              </a:rPr>
              <a:t> as </a:t>
            </a:r>
            <a:r>
              <a:rPr lang="fi-FI" sz="2400" dirty="0" err="1">
                <a:ea typeface="ＭＳ Ｐゴシック"/>
              </a:rPr>
              <a:t>ready</a:t>
            </a:r>
            <a:r>
              <a:rPr lang="fi-FI" sz="2400" dirty="0">
                <a:ea typeface="ＭＳ Ｐゴシック"/>
              </a:rPr>
              <a:t> as </a:t>
            </a:r>
            <a:r>
              <a:rPr lang="fi-FI" sz="2400" dirty="0" err="1">
                <a:ea typeface="ＭＳ Ｐゴシック"/>
              </a:rPr>
              <a:t>possible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before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competition</a:t>
            </a:r>
            <a:endParaRPr lang="fi-FI" sz="2400" dirty="0">
              <a:ea typeface="ＭＳ Ｐゴシック"/>
            </a:endParaRPr>
          </a:p>
          <a:p>
            <a:pPr marL="546735" lvl="1" indent="-183515"/>
            <a:r>
              <a:rPr lang="fi-FI" sz="2000" dirty="0" err="1">
                <a:ea typeface="ＭＳ Ｐゴシック"/>
              </a:rPr>
              <a:t>Slurm</a:t>
            </a:r>
            <a:r>
              <a:rPr lang="fi-FI" sz="2000" dirty="0">
                <a:ea typeface="ＭＳ Ｐゴシック"/>
              </a:rPr>
              <a:t> , software </a:t>
            </a:r>
            <a:r>
              <a:rPr lang="fi-FI" sz="2000" dirty="0" err="1">
                <a:ea typeface="ＭＳ Ｐゴシック"/>
              </a:rPr>
              <a:t>stack</a:t>
            </a:r>
            <a:r>
              <a:rPr lang="fi-FI" sz="2000" dirty="0">
                <a:ea typeface="ＭＳ Ｐゴシック"/>
              </a:rPr>
              <a:t>, </a:t>
            </a:r>
            <a:r>
              <a:rPr lang="fi-FI" sz="2000" dirty="0" err="1">
                <a:ea typeface="ＭＳ Ｐゴシック"/>
              </a:rPr>
              <a:t>users</a:t>
            </a:r>
            <a:r>
              <a:rPr lang="fi-FI" sz="2000" dirty="0">
                <a:ea typeface="ＭＳ Ｐゴシック"/>
              </a:rPr>
              <a:t> for </a:t>
            </a:r>
            <a:r>
              <a:rPr lang="fi-FI" sz="2000">
                <a:ea typeface="ＭＳ Ｐゴシック"/>
              </a:rPr>
              <a:t>everybody,...</a:t>
            </a:r>
            <a:endParaRPr lang="fi-FI" sz="2000" dirty="0">
              <a:ea typeface="ＭＳ Ｐゴシック"/>
            </a:endParaRPr>
          </a:p>
          <a:p>
            <a:pPr marL="202565" indent="-202565"/>
            <a:r>
              <a:rPr lang="fi-FI" sz="2400" dirty="0">
                <a:ea typeface="ＭＳ Ｐゴシック"/>
              </a:rPr>
              <a:t>Building </a:t>
            </a:r>
            <a:r>
              <a:rPr lang="fi-FI" sz="2400" dirty="0" err="1">
                <a:ea typeface="ＭＳ Ｐゴシック"/>
              </a:rPr>
              <a:t>readymade</a:t>
            </a:r>
            <a:r>
              <a:rPr lang="fi-FI" sz="2400" dirty="0">
                <a:ea typeface="ＭＳ Ｐゴシック"/>
              </a:rPr>
              <a:t> </a:t>
            </a:r>
            <a:r>
              <a:rPr lang="fi-FI" sz="2400" dirty="0" err="1">
                <a:ea typeface="ＭＳ Ｐゴシック"/>
              </a:rPr>
              <a:t>recipes</a:t>
            </a:r>
            <a:r>
              <a:rPr lang="fi-FI" sz="2400" dirty="0">
                <a:ea typeface="ＭＳ Ｐゴシック"/>
              </a:rPr>
              <a:t> of HPL, HPCG, etc. for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hardware </a:t>
            </a:r>
            <a:r>
              <a:rPr lang="fi-FI" sz="2400" dirty="0" err="1">
                <a:ea typeface="ＭＳ Ｐゴシック"/>
              </a:rPr>
              <a:t>before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the</a:t>
            </a:r>
            <a:r>
              <a:rPr lang="fi-FI" sz="2400" dirty="0">
                <a:ea typeface="ＭＳ Ｐゴシック"/>
              </a:rPr>
              <a:t> </a:t>
            </a:r>
            <a:r>
              <a:rPr lang="fi-FI" sz="2400" dirty="0" err="1">
                <a:ea typeface="ＭＳ Ｐゴシック"/>
              </a:rPr>
              <a:t>competition</a:t>
            </a:r>
            <a:endParaRPr lang="fi-FI" sz="2400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4C8AB-1DB1-4CBE-3033-9C20A91F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58418C0-4DF5-F6CF-1958-3EBF9CFD5578}"/>
              </a:ext>
            </a:extLst>
          </p:cNvPr>
          <p:cNvSpPr>
            <a:spLocks noGrp="1"/>
          </p:cNvSpPr>
          <p:nvPr/>
        </p:nvSpPr>
        <p:spPr>
          <a:xfrm>
            <a:off x="609602" y="6377647"/>
            <a:ext cx="861484" cy="315725"/>
          </a:xfrm>
          <a:prstGeom prst="rect">
            <a:avLst/>
          </a:prstGeom>
        </p:spPr>
        <p:txBody>
          <a:bodyPr vert="horz" lIns="67033" tIns="33516" rIns="67033" bIns="33516" rtlCol="0" anchor="ctr"/>
          <a:lstStyle>
            <a:defPPr>
              <a:defRPr lang="en-US"/>
            </a:defPPr>
            <a:lvl1pPr marL="0" algn="l" defTabSz="649185" rtl="0" eaLnBrk="1" fontAlgn="auto" latinLnBrk="0" hangingPunct="1">
              <a:spcBef>
                <a:spcPts val="0"/>
              </a:spcBef>
              <a:spcAft>
                <a:spcPts val="0"/>
              </a:spcAft>
              <a:defRPr sz="995" b="0" kern="1200">
                <a:solidFill>
                  <a:schemeClr val="accent3">
                    <a:lumMod val="75000"/>
                  </a:schemeClr>
                </a:solidFill>
                <a:latin typeface="Corbel"/>
                <a:ea typeface="+mn-ea"/>
                <a:cs typeface="Corbe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41975A3-2E4D-4F46-A85A-D5B41899487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3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CSC_template_2017">
  <a:themeElements>
    <a:clrScheme name="Custom 15">
      <a:dk1>
        <a:srgbClr val="006778"/>
      </a:dk1>
      <a:lt1>
        <a:srgbClr val="FFFFFF"/>
      </a:lt1>
      <a:dk2>
        <a:srgbClr val="830051"/>
      </a:dk2>
      <a:lt2>
        <a:srgbClr val="FFFFFF"/>
      </a:lt2>
      <a:accent1>
        <a:srgbClr val="006778"/>
      </a:accent1>
      <a:accent2>
        <a:srgbClr val="830051"/>
      </a:accent2>
      <a:accent3>
        <a:srgbClr val="5E6971"/>
      </a:accent3>
      <a:accent4>
        <a:srgbClr val="025B96"/>
      </a:accent4>
      <a:accent5>
        <a:srgbClr val="92C746"/>
      </a:accent5>
      <a:accent6>
        <a:srgbClr val="F05422"/>
      </a:accent6>
      <a:hlink>
        <a:srgbClr val="74003D"/>
      </a:hlink>
      <a:folHlink>
        <a:srgbClr val="075084"/>
      </a:folHlink>
    </a:clrScheme>
    <a:fontScheme name="Orbit">
      <a:majorFont>
        <a:latin typeface="Candara"/>
        <a:ea typeface=""/>
        <a:cs typeface=""/>
        <a:font script="Jpan" typeface="ＭＳ Ｐゴシック"/>
      </a:majorFont>
      <a:minorFont>
        <a:latin typeface="Candara"/>
        <a:ea typeface=""/>
        <a:cs typeface=""/>
        <a:font script="Jpan"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4"/>
          </a:solidFill>
          <a:prstDash val="sysDash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rgbClr r="0" g="0" b="0"/>
        </a:fillRef>
        <a:effectRef idx="0">
          <a:schemeClr val="accent1">
            <a:tint val="50000"/>
            <a:hueOff val="0"/>
            <a:satOff val="0"/>
            <a:lumOff val="0"/>
            <a:alphaOff val="0"/>
          </a:schemeClr>
        </a:effectRef>
        <a:fontRef idx="minor">
          <a:schemeClr val="lt1">
            <a:hueOff val="0"/>
            <a:satOff val="0"/>
            <a:lumOff val="0"/>
            <a:alphaOff val="0"/>
          </a:schemeClr>
        </a:fontRef>
      </a:style>
    </a:spDef>
    <a:lnDef>
      <a:spPr>
        <a:ln w="9525">
          <a:solidFill>
            <a:schemeClr val="accent3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SC PowerPoint-template_1609_on_screen" id="{D293A9F1-C870-43D9-84CD-A1A3B617732D}" vid="{7A210839-4AC7-48A7-A398-B5E3147501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CSC_template_2017</vt:lpstr>
      <vt:lpstr>SCC'24 Practicalities</vt:lpstr>
      <vt:lpstr>SCC'24 Schedule </vt:lpstr>
      <vt:lpstr>Other practicalities</vt:lpstr>
      <vt:lpstr>The competition cluster</vt:lpstr>
      <vt:lpstr>Our cluster provider and contacts</vt:lpstr>
      <vt:lpstr>Cluster timetable</vt:lpstr>
      <vt:lpstr>The hardware (currently)</vt:lpstr>
      <vt:lpstr>PowerPoint Presentation</vt:lpstr>
      <vt:lpstr>Our training plan with the hardware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601</cp:revision>
  <dcterms:created xsi:type="dcterms:W3CDTF">2023-10-12T13:29:09Z</dcterms:created>
  <dcterms:modified xsi:type="dcterms:W3CDTF">2024-07-24T07:16:32Z</dcterms:modified>
</cp:coreProperties>
</file>